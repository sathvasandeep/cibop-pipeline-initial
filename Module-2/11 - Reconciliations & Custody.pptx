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84" r:id="rId3"/>
  </p:sldMasterIdLst>
  <p:notesMasterIdLst>
    <p:notesMasterId r:id="rId5"/>
  </p:notesMasterIdLst>
  <p:sldIdLst>
    <p:sldId id="256" r:id="rId4"/>
    <p:sldId id="257" r:id="rId6"/>
    <p:sldId id="258" r:id="rId7"/>
    <p:sldId id="299" r:id="rId8"/>
    <p:sldId id="300" r:id="rId9"/>
    <p:sldId id="301" r:id="rId10"/>
    <p:sldId id="302" r:id="rId11"/>
    <p:sldId id="303" r:id="rId12"/>
    <p:sldId id="304" r:id="rId13"/>
    <p:sldId id="259" r:id="rId14"/>
    <p:sldId id="260" r:id="rId15"/>
    <p:sldId id="290" r:id="rId16"/>
    <p:sldId id="291"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5" r:id="rId39"/>
  </p:sldIdLst>
  <p:sldSz cx="12192000" cy="6858000"/>
  <p:notesSz cx="6858000" cy="9144000"/>
  <p:embeddedFontLst>
    <p:embeddedFont>
      <p:font typeface="Roboto" panose="02000000000000000000"/>
      <p:regular r:id="rId43"/>
      <p:bold r:id="rId44"/>
      <p:italic r:id="rId45"/>
      <p:boldItalic r:id="rId46"/>
    </p:embeddedFont>
    <p:embeddedFont>
      <p:font typeface="Montserrat" panose="00000500000000000000"/>
      <p:regular r:id="rId47"/>
      <p:bold r:id="rId48"/>
      <p:italic r:id="rId49"/>
      <p:boldItalic r:id="rId50"/>
    </p:embeddedFont>
    <p:embeddedFont>
      <p:font typeface="Calibri" panose="020F0502020204030204"/>
      <p:regular r:id="rId51"/>
    </p:embeddedFont>
    <p:embeddedFont>
      <p:font typeface="MS PGothic" panose="020B0600070205080204" charset="-128"/>
      <p:regular r:id="rId52"/>
    </p:embeddedFont>
    <p:embeddedFont>
      <p:font typeface="Cambria" panose="02040503050406030204" pitchFamily="18"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6FFFF4B0-7B49-4BC8-BD6B-026443BFF4D6}"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8"/>
  </p:normalViewPr>
  <p:slideViewPr>
    <p:cSldViewPr snapToGrid="0">
      <p:cViewPr varScale="1">
        <p:scale>
          <a:sx n="60" d="100"/>
          <a:sy n="60" d="100"/>
        </p:scale>
        <p:origin x="88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6" Type="http://schemas.openxmlformats.org/officeDocument/2006/relationships/font" Target="fonts/font14.fntdata"/><Relationship Id="rId55" Type="http://schemas.openxmlformats.org/officeDocument/2006/relationships/font" Target="fonts/font13.fntdata"/><Relationship Id="rId54" Type="http://schemas.openxmlformats.org/officeDocument/2006/relationships/font" Target="fonts/font12.fntdata"/><Relationship Id="rId53" Type="http://schemas.openxmlformats.org/officeDocument/2006/relationships/font" Target="fonts/font11.fntdata"/><Relationship Id="rId52" Type="http://schemas.openxmlformats.org/officeDocument/2006/relationships/font" Target="fonts/font10.fntdata"/><Relationship Id="rId51" Type="http://schemas.openxmlformats.org/officeDocument/2006/relationships/font" Target="fonts/font9.fntdata"/><Relationship Id="rId50" Type="http://schemas.openxmlformats.org/officeDocument/2006/relationships/font" Target="fonts/font8.fntdata"/><Relationship Id="rId5" Type="http://schemas.openxmlformats.org/officeDocument/2006/relationships/notesMaster" Target="notesMasters/notesMaster1.xml"/><Relationship Id="rId49" Type="http://schemas.openxmlformats.org/officeDocument/2006/relationships/font" Target="fonts/font7.fntdata"/><Relationship Id="rId48" Type="http://schemas.openxmlformats.org/officeDocument/2006/relationships/font" Target="fonts/font6.fntdata"/><Relationship Id="rId47" Type="http://schemas.openxmlformats.org/officeDocument/2006/relationships/font" Target="fonts/font5.fntdata"/><Relationship Id="rId46" Type="http://schemas.openxmlformats.org/officeDocument/2006/relationships/font" Target="fonts/font4.fntdata"/><Relationship Id="rId45" Type="http://schemas.openxmlformats.org/officeDocument/2006/relationships/font" Target="fonts/font3.fntdata"/><Relationship Id="rId44" Type="http://schemas.openxmlformats.org/officeDocument/2006/relationships/font" Target="fonts/font2.fntdata"/><Relationship Id="rId43" Type="http://schemas.openxmlformats.org/officeDocument/2006/relationships/font" Target="fonts/font1.fntdata"/><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3"/>
        <p:cNvGrpSpPr/>
        <p:nvPr/>
      </p:nvGrpSpPr>
      <p:grpSpPr>
        <a:xfrm>
          <a:off x="0" y="0"/>
          <a:ext cx="0" cy="0"/>
          <a:chOff x="0" y="0"/>
          <a:chExt cx="0" cy="0"/>
        </a:xfrm>
      </p:grpSpPr>
      <p:sp>
        <p:nvSpPr>
          <p:cNvPr id="274" name="Google Shape;27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5" name="Google Shape;27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5"/>
        <p:cNvGrpSpPr/>
        <p:nvPr/>
      </p:nvGrpSpPr>
      <p:grpSpPr>
        <a:xfrm>
          <a:off x="0" y="0"/>
          <a:ext cx="0" cy="0"/>
          <a:chOff x="0" y="0"/>
          <a:chExt cx="0" cy="0"/>
        </a:xfrm>
      </p:grpSpPr>
      <p:sp>
        <p:nvSpPr>
          <p:cNvPr id="286" name="Google Shape;28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7" name="Google Shape;28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6"/>
        <p:cNvGrpSpPr/>
        <p:nvPr/>
      </p:nvGrpSpPr>
      <p:grpSpPr>
        <a:xfrm>
          <a:off x="0" y="0"/>
          <a:ext cx="0" cy="0"/>
          <a:chOff x="0" y="0"/>
          <a:chExt cx="0" cy="0"/>
        </a:xfrm>
      </p:grpSpPr>
      <p:sp>
        <p:nvSpPr>
          <p:cNvPr id="297" name="Google Shape;2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panose="020B0604020202020204"/>
              <a:buNone/>
            </a:pPr>
          </a:p>
        </p:txBody>
      </p:sp>
      <p:sp>
        <p:nvSpPr>
          <p:cNvPr id="298" name="Google Shape;29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p:sp>
      <p:sp>
        <p:nvSpPr>
          <p:cNvPr id="1566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dirty="0">
              <a:latin typeface="Gill Sans MT" panose="020B0502020104020203" pitchFamily="34" charset="0"/>
              <a:cs typeface="Arial" panose="020B0604020202020204" pitchFamily="34" charset="0"/>
            </a:endParaRPr>
          </a:p>
        </p:txBody>
      </p:sp>
      <p:sp>
        <p:nvSpPr>
          <p:cNvPr id="156676" name="Slide Number Placeholder 3"/>
          <p:cNvSpPr>
            <a:spLocks noGrp="1"/>
          </p:cNvSpPr>
          <p:nvPr>
            <p:ph type="sldNum" sz="quarter" idx="4294967295"/>
          </p:nvPr>
        </p:nvSpPr>
        <p:spPr bwMode="auto">
          <a:xfrm>
            <a:off x="5158135" y="7202091"/>
            <a:ext cx="3945086" cy="37879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20" tIns="48310" rIns="96620" bIns="48310"/>
          <a:lstStyle>
            <a:lvl1pPr eaLnBrk="0" hangingPunct="0">
              <a:defRPr sz="2500">
                <a:solidFill>
                  <a:schemeClr val="tx1"/>
                </a:solidFill>
                <a:latin typeface="Arial" panose="020B0604020202020204" pitchFamily="34" charset="0"/>
                <a:cs typeface="Arial" panose="020B0604020202020204" pitchFamily="34" charset="0"/>
              </a:defRPr>
            </a:lvl1pPr>
            <a:lvl2pPr marL="756920" indent="-290830" eaLnBrk="0" hangingPunct="0">
              <a:defRPr sz="2500">
                <a:solidFill>
                  <a:schemeClr val="tx1"/>
                </a:solidFill>
                <a:latin typeface="Arial" panose="020B0604020202020204" pitchFamily="34" charset="0"/>
                <a:cs typeface="Arial" panose="020B0604020202020204" pitchFamily="34" charset="0"/>
              </a:defRPr>
            </a:lvl2pPr>
            <a:lvl3pPr marL="1164590" indent="-233045" eaLnBrk="0" hangingPunct="0">
              <a:defRPr sz="2500">
                <a:solidFill>
                  <a:schemeClr val="tx1"/>
                </a:solidFill>
                <a:latin typeface="Arial" panose="020B0604020202020204" pitchFamily="34" charset="0"/>
                <a:cs typeface="Arial" panose="020B0604020202020204" pitchFamily="34" charset="0"/>
              </a:defRPr>
            </a:lvl3pPr>
            <a:lvl4pPr marL="1630045" indent="-233045" eaLnBrk="0" hangingPunct="0">
              <a:defRPr sz="2500">
                <a:solidFill>
                  <a:schemeClr val="tx1"/>
                </a:solidFill>
                <a:latin typeface="Arial" panose="020B0604020202020204" pitchFamily="34" charset="0"/>
                <a:cs typeface="Arial" panose="020B0604020202020204" pitchFamily="34" charset="0"/>
              </a:defRPr>
            </a:lvl4pPr>
            <a:lvl5pPr marL="2095500" indent="-233045" eaLnBrk="0" hangingPunct="0">
              <a:defRPr sz="2500">
                <a:solidFill>
                  <a:schemeClr val="tx1"/>
                </a:solidFill>
                <a:latin typeface="Arial" panose="020B0604020202020204" pitchFamily="34" charset="0"/>
                <a:cs typeface="Arial" panose="020B0604020202020204" pitchFamily="34" charset="0"/>
              </a:defRPr>
            </a:lvl5pPr>
            <a:lvl6pPr marL="2561590"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6pPr>
            <a:lvl7pPr marL="3027045"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7pPr>
            <a:lvl8pPr marL="3493135"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8pPr>
            <a:lvl9pPr marL="3958590"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9pPr>
          </a:lstStyle>
          <a:p>
            <a:pPr eaLnBrk="1" hangingPunct="1"/>
            <a:fld id="{2C125C47-5616-4324-BD9F-1E3B5D82D226}" type="slidenum">
              <a:rPr lang="en-US" sz="1300">
                <a:solidFill>
                  <a:prstClr val="black"/>
                </a:solidFill>
                <a:ea typeface="MS PGothic" panose="020B0600070205080204" charset="-128"/>
              </a:rPr>
            </a:fld>
            <a:endParaRPr lang="en-US" sz="1300" dirty="0">
              <a:solidFill>
                <a:prstClr val="black"/>
              </a:solidFill>
              <a:ea typeface="MS PGothic" panose="020B060007020508020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p:sp>
      <p:sp>
        <p:nvSpPr>
          <p:cNvPr id="1566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dirty="0">
              <a:latin typeface="Gill Sans MT" panose="020B0502020104020203" pitchFamily="34" charset="0"/>
              <a:cs typeface="Arial" panose="020B0604020202020204" pitchFamily="34" charset="0"/>
            </a:endParaRPr>
          </a:p>
        </p:txBody>
      </p:sp>
      <p:sp>
        <p:nvSpPr>
          <p:cNvPr id="156676" name="Slide Number Placeholder 3"/>
          <p:cNvSpPr>
            <a:spLocks noGrp="1"/>
          </p:cNvSpPr>
          <p:nvPr>
            <p:ph type="sldNum" sz="quarter" idx="4294967295"/>
          </p:nvPr>
        </p:nvSpPr>
        <p:spPr bwMode="auto">
          <a:xfrm>
            <a:off x="5158135" y="7202091"/>
            <a:ext cx="3945086" cy="37879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20" tIns="48310" rIns="96620" bIns="48310"/>
          <a:lstStyle>
            <a:lvl1pPr eaLnBrk="0" hangingPunct="0">
              <a:defRPr sz="2500">
                <a:solidFill>
                  <a:schemeClr val="tx1"/>
                </a:solidFill>
                <a:latin typeface="Arial" panose="020B0604020202020204" pitchFamily="34" charset="0"/>
                <a:cs typeface="Arial" panose="020B0604020202020204" pitchFamily="34" charset="0"/>
              </a:defRPr>
            </a:lvl1pPr>
            <a:lvl2pPr marL="756920" indent="-290830" eaLnBrk="0" hangingPunct="0">
              <a:defRPr sz="2500">
                <a:solidFill>
                  <a:schemeClr val="tx1"/>
                </a:solidFill>
                <a:latin typeface="Arial" panose="020B0604020202020204" pitchFamily="34" charset="0"/>
                <a:cs typeface="Arial" panose="020B0604020202020204" pitchFamily="34" charset="0"/>
              </a:defRPr>
            </a:lvl2pPr>
            <a:lvl3pPr marL="1164590" indent="-233045" eaLnBrk="0" hangingPunct="0">
              <a:defRPr sz="2500">
                <a:solidFill>
                  <a:schemeClr val="tx1"/>
                </a:solidFill>
                <a:latin typeface="Arial" panose="020B0604020202020204" pitchFamily="34" charset="0"/>
                <a:cs typeface="Arial" panose="020B0604020202020204" pitchFamily="34" charset="0"/>
              </a:defRPr>
            </a:lvl3pPr>
            <a:lvl4pPr marL="1630045" indent="-233045" eaLnBrk="0" hangingPunct="0">
              <a:defRPr sz="2500">
                <a:solidFill>
                  <a:schemeClr val="tx1"/>
                </a:solidFill>
                <a:latin typeface="Arial" panose="020B0604020202020204" pitchFamily="34" charset="0"/>
                <a:cs typeface="Arial" panose="020B0604020202020204" pitchFamily="34" charset="0"/>
              </a:defRPr>
            </a:lvl4pPr>
            <a:lvl5pPr marL="2095500" indent="-233045" eaLnBrk="0" hangingPunct="0">
              <a:defRPr sz="2500">
                <a:solidFill>
                  <a:schemeClr val="tx1"/>
                </a:solidFill>
                <a:latin typeface="Arial" panose="020B0604020202020204" pitchFamily="34" charset="0"/>
                <a:cs typeface="Arial" panose="020B0604020202020204" pitchFamily="34" charset="0"/>
              </a:defRPr>
            </a:lvl5pPr>
            <a:lvl6pPr marL="2561590"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6pPr>
            <a:lvl7pPr marL="3027045"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7pPr>
            <a:lvl8pPr marL="3493135"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8pPr>
            <a:lvl9pPr marL="3958590"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9pPr>
          </a:lstStyle>
          <a:p>
            <a:pPr eaLnBrk="1" hangingPunct="1"/>
            <a:fld id="{2C125C47-5616-4324-BD9F-1E3B5D82D226}" type="slidenum">
              <a:rPr lang="en-US" sz="1300">
                <a:solidFill>
                  <a:prstClr val="black"/>
                </a:solidFill>
                <a:ea typeface="MS PGothic" panose="020B0600070205080204" charset="-128"/>
              </a:rPr>
            </a:fld>
            <a:endParaRPr lang="en-US" sz="1300" dirty="0">
              <a:solidFill>
                <a:prstClr val="black"/>
              </a:solidFill>
              <a:ea typeface="MS PGothic" panose="020B060007020508020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704850"/>
            <a:ext cx="6254750" cy="3519488"/>
          </a:xfrm>
        </p:spPr>
      </p:sp>
      <p:sp>
        <p:nvSpPr>
          <p:cNvPr id="3" name="Notes Placeholder 2"/>
          <p:cNvSpPr>
            <a:spLocks noGrp="1"/>
          </p:cNvSpPr>
          <p:nvPr>
            <p:ph type="body" idx="1"/>
          </p:nvPr>
        </p:nvSpPr>
        <p:spPr/>
        <p:txBody>
          <a:bodyPr/>
          <a:lstStyle/>
          <a:p>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5C2C1F68-3738-4AAF-B696-6B4B0614E46A}" type="slidenum">
              <a:rPr lang="en-US" smtClean="0"/>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31794AB8-AE71-4577-BD0F-2480AE5C4841}" type="slidenum">
              <a:rPr lang="en-US" smtClean="0"/>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p:sp>
      <p:sp>
        <p:nvSpPr>
          <p:cNvPr id="1566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dirty="0">
              <a:latin typeface="Gill Sans MT" panose="020B0502020104020203" pitchFamily="34" charset="0"/>
              <a:cs typeface="Arial" panose="020B0604020202020204" pitchFamily="34" charset="0"/>
            </a:endParaRPr>
          </a:p>
        </p:txBody>
      </p:sp>
      <p:sp>
        <p:nvSpPr>
          <p:cNvPr id="156676" name="Slide Number Placeholder 3"/>
          <p:cNvSpPr>
            <a:spLocks noGrp="1"/>
          </p:cNvSpPr>
          <p:nvPr>
            <p:ph type="sldNum" sz="quarter" idx="4294967295"/>
          </p:nvPr>
        </p:nvSpPr>
        <p:spPr bwMode="auto">
          <a:xfrm>
            <a:off x="5158135" y="7202091"/>
            <a:ext cx="3945086" cy="37879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20" tIns="48310" rIns="96620" bIns="48310"/>
          <a:lstStyle>
            <a:lvl1pPr eaLnBrk="0" hangingPunct="0">
              <a:defRPr sz="2500">
                <a:solidFill>
                  <a:schemeClr val="tx1"/>
                </a:solidFill>
                <a:latin typeface="Arial" panose="020B0604020202020204" pitchFamily="34" charset="0"/>
                <a:cs typeface="Arial" panose="020B0604020202020204" pitchFamily="34" charset="0"/>
              </a:defRPr>
            </a:lvl1pPr>
            <a:lvl2pPr marL="756920" indent="-290830" eaLnBrk="0" hangingPunct="0">
              <a:defRPr sz="2500">
                <a:solidFill>
                  <a:schemeClr val="tx1"/>
                </a:solidFill>
                <a:latin typeface="Arial" panose="020B0604020202020204" pitchFamily="34" charset="0"/>
                <a:cs typeface="Arial" panose="020B0604020202020204" pitchFamily="34" charset="0"/>
              </a:defRPr>
            </a:lvl2pPr>
            <a:lvl3pPr marL="1164590" indent="-233045" eaLnBrk="0" hangingPunct="0">
              <a:defRPr sz="2500">
                <a:solidFill>
                  <a:schemeClr val="tx1"/>
                </a:solidFill>
                <a:latin typeface="Arial" panose="020B0604020202020204" pitchFamily="34" charset="0"/>
                <a:cs typeface="Arial" panose="020B0604020202020204" pitchFamily="34" charset="0"/>
              </a:defRPr>
            </a:lvl3pPr>
            <a:lvl4pPr marL="1630045" indent="-233045" eaLnBrk="0" hangingPunct="0">
              <a:defRPr sz="2500">
                <a:solidFill>
                  <a:schemeClr val="tx1"/>
                </a:solidFill>
                <a:latin typeface="Arial" panose="020B0604020202020204" pitchFamily="34" charset="0"/>
                <a:cs typeface="Arial" panose="020B0604020202020204" pitchFamily="34" charset="0"/>
              </a:defRPr>
            </a:lvl4pPr>
            <a:lvl5pPr marL="2095500" indent="-233045" eaLnBrk="0" hangingPunct="0">
              <a:defRPr sz="2500">
                <a:solidFill>
                  <a:schemeClr val="tx1"/>
                </a:solidFill>
                <a:latin typeface="Arial" panose="020B0604020202020204" pitchFamily="34" charset="0"/>
                <a:cs typeface="Arial" panose="020B0604020202020204" pitchFamily="34" charset="0"/>
              </a:defRPr>
            </a:lvl5pPr>
            <a:lvl6pPr marL="2561590"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6pPr>
            <a:lvl7pPr marL="3027045"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7pPr>
            <a:lvl8pPr marL="3493135"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8pPr>
            <a:lvl9pPr marL="3958590"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9pPr>
          </a:lstStyle>
          <a:p>
            <a:pPr eaLnBrk="1" hangingPunct="1"/>
            <a:fld id="{2C125C47-5616-4324-BD9F-1E3B5D82D226}" type="slidenum">
              <a:rPr lang="en-US" sz="1300">
                <a:solidFill>
                  <a:prstClr val="black"/>
                </a:solidFill>
                <a:ea typeface="MS PGothic" panose="020B0600070205080204" charset="-128"/>
              </a:rPr>
            </a:fld>
            <a:endParaRPr lang="en-US" sz="1300" dirty="0">
              <a:solidFill>
                <a:prstClr val="black"/>
              </a:solidFill>
              <a:ea typeface="MS PGothic" panose="020B060007020508020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Slide Image Placeholder 1"/>
          <p:cNvSpPr>
            <a:spLocks noGrp="1" noRot="1" noChangeAspect="1" noTextEdit="1"/>
          </p:cNvSpPr>
          <p:nvPr>
            <p:ph type="sldImg"/>
          </p:nvPr>
        </p:nvSpPr>
        <p:spPr/>
      </p:sp>
      <p:sp>
        <p:nvSpPr>
          <p:cNvPr id="1566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2000" dirty="0">
              <a:latin typeface="Gill Sans MT" panose="020B0502020104020203" pitchFamily="34" charset="0"/>
              <a:cs typeface="Arial" panose="020B0604020202020204" pitchFamily="34" charset="0"/>
            </a:endParaRPr>
          </a:p>
        </p:txBody>
      </p:sp>
      <p:sp>
        <p:nvSpPr>
          <p:cNvPr id="156676" name="Slide Number Placeholder 3"/>
          <p:cNvSpPr>
            <a:spLocks noGrp="1"/>
          </p:cNvSpPr>
          <p:nvPr>
            <p:ph type="sldNum" sz="quarter" idx="4294967295"/>
          </p:nvPr>
        </p:nvSpPr>
        <p:spPr bwMode="auto">
          <a:xfrm>
            <a:off x="5158135" y="7202091"/>
            <a:ext cx="3945086" cy="37879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20" tIns="48310" rIns="96620" bIns="48310"/>
          <a:lstStyle>
            <a:lvl1pPr eaLnBrk="0" hangingPunct="0">
              <a:defRPr sz="2500">
                <a:solidFill>
                  <a:schemeClr val="tx1"/>
                </a:solidFill>
                <a:latin typeface="Arial" panose="020B0604020202020204" pitchFamily="34" charset="0"/>
                <a:cs typeface="Arial" panose="020B0604020202020204" pitchFamily="34" charset="0"/>
              </a:defRPr>
            </a:lvl1pPr>
            <a:lvl2pPr marL="756920" indent="-290830" eaLnBrk="0" hangingPunct="0">
              <a:defRPr sz="2500">
                <a:solidFill>
                  <a:schemeClr val="tx1"/>
                </a:solidFill>
                <a:latin typeface="Arial" panose="020B0604020202020204" pitchFamily="34" charset="0"/>
                <a:cs typeface="Arial" panose="020B0604020202020204" pitchFamily="34" charset="0"/>
              </a:defRPr>
            </a:lvl2pPr>
            <a:lvl3pPr marL="1164590" indent="-233045" eaLnBrk="0" hangingPunct="0">
              <a:defRPr sz="2500">
                <a:solidFill>
                  <a:schemeClr val="tx1"/>
                </a:solidFill>
                <a:latin typeface="Arial" panose="020B0604020202020204" pitchFamily="34" charset="0"/>
                <a:cs typeface="Arial" panose="020B0604020202020204" pitchFamily="34" charset="0"/>
              </a:defRPr>
            </a:lvl3pPr>
            <a:lvl4pPr marL="1630045" indent="-233045" eaLnBrk="0" hangingPunct="0">
              <a:defRPr sz="2500">
                <a:solidFill>
                  <a:schemeClr val="tx1"/>
                </a:solidFill>
                <a:latin typeface="Arial" panose="020B0604020202020204" pitchFamily="34" charset="0"/>
                <a:cs typeface="Arial" panose="020B0604020202020204" pitchFamily="34" charset="0"/>
              </a:defRPr>
            </a:lvl4pPr>
            <a:lvl5pPr marL="2095500" indent="-233045" eaLnBrk="0" hangingPunct="0">
              <a:defRPr sz="2500">
                <a:solidFill>
                  <a:schemeClr val="tx1"/>
                </a:solidFill>
                <a:latin typeface="Arial" panose="020B0604020202020204" pitchFamily="34" charset="0"/>
                <a:cs typeface="Arial" panose="020B0604020202020204" pitchFamily="34" charset="0"/>
              </a:defRPr>
            </a:lvl5pPr>
            <a:lvl6pPr marL="2561590"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6pPr>
            <a:lvl7pPr marL="3027045"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7pPr>
            <a:lvl8pPr marL="3493135"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8pPr>
            <a:lvl9pPr marL="3958590" indent="-233045" eaLnBrk="0" fontAlgn="base" hangingPunct="0">
              <a:spcBef>
                <a:spcPct val="0"/>
              </a:spcBef>
              <a:spcAft>
                <a:spcPct val="0"/>
              </a:spcAft>
              <a:defRPr sz="2500">
                <a:solidFill>
                  <a:schemeClr val="tx1"/>
                </a:solidFill>
                <a:latin typeface="Arial" panose="020B0604020202020204" pitchFamily="34" charset="0"/>
                <a:cs typeface="Arial" panose="020B0604020202020204" pitchFamily="34" charset="0"/>
              </a:defRPr>
            </a:lvl9pPr>
          </a:lstStyle>
          <a:p>
            <a:pPr eaLnBrk="1" hangingPunct="1"/>
            <a:fld id="{2C125C47-5616-4324-BD9F-1E3B5D82D226}" type="slidenum">
              <a:rPr lang="en-US" sz="1300">
                <a:solidFill>
                  <a:prstClr val="black"/>
                </a:solidFill>
                <a:ea typeface="MS PGothic" panose="020B0600070205080204" charset="-128"/>
              </a:rPr>
            </a:fld>
            <a:endParaRPr lang="en-US" sz="1300" dirty="0">
              <a:solidFill>
                <a:prstClr val="black"/>
              </a:solidFill>
              <a:ea typeface="MS PGothic" panose="020B060007020508020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14"/>
        <p:cNvGrpSpPr/>
        <p:nvPr/>
      </p:nvGrpSpPr>
      <p:grpSpPr>
        <a:xfrm>
          <a:off x="0" y="0"/>
          <a:ext cx="0" cy="0"/>
          <a:chOff x="0" y="0"/>
          <a:chExt cx="0" cy="0"/>
        </a:xfrm>
      </p:grpSpPr>
      <p:sp>
        <p:nvSpPr>
          <p:cNvPr id="315" name="Google Shape;3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6" name="Google Shape;3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3"/>
        <p:cNvGrpSpPr/>
        <p:nvPr/>
      </p:nvGrpSpPr>
      <p:grpSpPr>
        <a:xfrm>
          <a:off x="0" y="0"/>
          <a:ext cx="0" cy="0"/>
          <a:chOff x="0" y="0"/>
          <a:chExt cx="0" cy="0"/>
        </a:xfrm>
      </p:grpSpPr>
      <p:sp>
        <p:nvSpPr>
          <p:cNvPr id="324" name="Google Shape;32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5" name="Google Shape;32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p6: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02" name="Google Shape;202;p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6" name="Shape 236"/>
        <p:cNvGrpSpPr/>
        <p:nvPr/>
      </p:nvGrpSpPr>
      <p:grpSpPr>
        <a:xfrm>
          <a:off x="0" y="0"/>
          <a:ext cx="0" cy="0"/>
          <a:chOff x="0" y="0"/>
          <a:chExt cx="0" cy="0"/>
        </a:xfrm>
      </p:grpSpPr>
      <p:sp>
        <p:nvSpPr>
          <p:cNvPr id="237" name="Google Shape;237;p7: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38" name="Google Shape;238;p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0"/>
        <p:cNvGrpSpPr/>
        <p:nvPr/>
      </p:nvGrpSpPr>
      <p:grpSpPr>
        <a:xfrm>
          <a:off x="0" y="0"/>
          <a:ext cx="0" cy="0"/>
          <a:chOff x="0" y="0"/>
          <a:chExt cx="0" cy="0"/>
        </a:xfrm>
      </p:grpSpPr>
      <p:sp>
        <p:nvSpPr>
          <p:cNvPr id="351" name="Google Shape;35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2" name="Google Shape;35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9"/>
        <p:cNvGrpSpPr/>
        <p:nvPr/>
      </p:nvGrpSpPr>
      <p:grpSpPr>
        <a:xfrm>
          <a:off x="0" y="0"/>
          <a:ext cx="0" cy="0"/>
          <a:chOff x="0" y="0"/>
          <a:chExt cx="0" cy="0"/>
        </a:xfrm>
      </p:grpSpPr>
      <p:sp>
        <p:nvSpPr>
          <p:cNvPr id="360" name="Google Shape;36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1" name="Google Shape;36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71"/>
        <p:cNvGrpSpPr/>
        <p:nvPr/>
      </p:nvGrpSpPr>
      <p:grpSpPr>
        <a:xfrm>
          <a:off x="0" y="0"/>
          <a:ext cx="0" cy="0"/>
          <a:chOff x="0" y="0"/>
          <a:chExt cx="0" cy="0"/>
        </a:xfrm>
      </p:grpSpPr>
      <p:sp>
        <p:nvSpPr>
          <p:cNvPr id="372" name="Google Shape;37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73" name="Google Shape;37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83"/>
        <p:cNvGrpSpPr/>
        <p:nvPr/>
      </p:nvGrpSpPr>
      <p:grpSpPr>
        <a:xfrm>
          <a:off x="0" y="0"/>
          <a:ext cx="0" cy="0"/>
          <a:chOff x="0" y="0"/>
          <a:chExt cx="0" cy="0"/>
        </a:xfrm>
      </p:grpSpPr>
      <p:sp>
        <p:nvSpPr>
          <p:cNvPr id="384" name="Google Shape;38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5" name="Google Shape;38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95"/>
        <p:cNvGrpSpPr/>
        <p:nvPr/>
      </p:nvGrpSpPr>
      <p:grpSpPr>
        <a:xfrm>
          <a:off x="0" y="0"/>
          <a:ext cx="0" cy="0"/>
          <a:chOff x="0" y="0"/>
          <a:chExt cx="0" cy="0"/>
        </a:xfrm>
      </p:grpSpPr>
      <p:sp>
        <p:nvSpPr>
          <p:cNvPr id="396" name="Google Shape;39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7" name="Google Shape;39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98" name="Google Shape;39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5"/>
        <p:cNvGrpSpPr/>
        <p:nvPr/>
      </p:nvGrpSpPr>
      <p:grpSpPr>
        <a:xfrm>
          <a:off x="0" y="0"/>
          <a:ext cx="0" cy="0"/>
          <a:chOff x="0" y="0"/>
          <a:chExt cx="0" cy="0"/>
        </a:xfrm>
      </p:grpSpPr>
      <p:sp>
        <p:nvSpPr>
          <p:cNvPr id="406" name="Google Shape;40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7" name="Google Shape;40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08" name="Google Shape;40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14"/>
        <p:cNvGrpSpPr/>
        <p:nvPr/>
      </p:nvGrpSpPr>
      <p:grpSpPr>
        <a:xfrm>
          <a:off x="0" y="0"/>
          <a:ext cx="0" cy="0"/>
          <a:chOff x="0" y="0"/>
          <a:chExt cx="0" cy="0"/>
        </a:xfrm>
      </p:grpSpPr>
      <p:sp>
        <p:nvSpPr>
          <p:cNvPr id="415" name="Google Shape;41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16" name="Google Shape;41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25"/>
        <p:cNvGrpSpPr/>
        <p:nvPr/>
      </p:nvGrpSpPr>
      <p:grpSpPr>
        <a:xfrm>
          <a:off x="0" y="0"/>
          <a:ext cx="0" cy="0"/>
          <a:chOff x="0" y="0"/>
          <a:chExt cx="0" cy="0"/>
        </a:xfrm>
      </p:grpSpPr>
      <p:sp>
        <p:nvSpPr>
          <p:cNvPr id="426" name="Google Shape;42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27" name="Google Shape;42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34"/>
        <p:cNvGrpSpPr/>
        <p:nvPr/>
      </p:nvGrpSpPr>
      <p:grpSpPr>
        <a:xfrm>
          <a:off x="0" y="0"/>
          <a:ext cx="0" cy="0"/>
          <a:chOff x="0" y="0"/>
          <a:chExt cx="0" cy="0"/>
        </a:xfrm>
      </p:grpSpPr>
      <p:sp>
        <p:nvSpPr>
          <p:cNvPr id="435" name="Google Shape;43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36" name="Google Shape;43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41"/>
        <p:cNvGrpSpPr/>
        <p:nvPr/>
      </p:nvGrpSpPr>
      <p:grpSpPr>
        <a:xfrm>
          <a:off x="0" y="0"/>
          <a:ext cx="0" cy="0"/>
          <a:chOff x="0" y="0"/>
          <a:chExt cx="0" cy="0"/>
        </a:xfrm>
      </p:grpSpPr>
      <p:sp>
        <p:nvSpPr>
          <p:cNvPr id="442" name="Google Shape;44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43" name="Google Shape;44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51"/>
        <p:cNvGrpSpPr/>
        <p:nvPr/>
      </p:nvGrpSpPr>
      <p:grpSpPr>
        <a:xfrm>
          <a:off x="0" y="0"/>
          <a:ext cx="0" cy="0"/>
          <a:chOff x="0" y="0"/>
          <a:chExt cx="0" cy="0"/>
        </a:xfrm>
      </p:grpSpPr>
      <p:sp>
        <p:nvSpPr>
          <p:cNvPr id="452" name="Google Shape;452;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53" name="Google Shape;45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3"/>
        <p:cNvGrpSpPr/>
        <p:nvPr/>
      </p:nvGrpSpPr>
      <p:grpSpPr>
        <a:xfrm>
          <a:off x="0" y="0"/>
          <a:ext cx="0" cy="0"/>
          <a:chOff x="0" y="0"/>
          <a:chExt cx="0" cy="0"/>
        </a:xfrm>
      </p:grpSpPr>
      <p:sp>
        <p:nvSpPr>
          <p:cNvPr id="464" name="Google Shape;464;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65" name="Google Shape;46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71"/>
        <p:cNvGrpSpPr/>
        <p:nvPr/>
      </p:nvGrpSpPr>
      <p:grpSpPr>
        <a:xfrm>
          <a:off x="0" y="0"/>
          <a:ext cx="0" cy="0"/>
          <a:chOff x="0" y="0"/>
          <a:chExt cx="0" cy="0"/>
        </a:xfrm>
      </p:grpSpPr>
      <p:sp>
        <p:nvSpPr>
          <p:cNvPr id="472" name="Google Shape;47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73" name="Google Shape;47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81"/>
        <p:cNvGrpSpPr/>
        <p:nvPr/>
      </p:nvGrpSpPr>
      <p:grpSpPr>
        <a:xfrm>
          <a:off x="0" y="0"/>
          <a:ext cx="0" cy="0"/>
          <a:chOff x="0" y="0"/>
          <a:chExt cx="0" cy="0"/>
        </a:xfrm>
      </p:grpSpPr>
      <p:sp>
        <p:nvSpPr>
          <p:cNvPr id="482" name="Google Shape;482;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83" name="Google Shape;48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89"/>
        <p:cNvGrpSpPr/>
        <p:nvPr/>
      </p:nvGrpSpPr>
      <p:grpSpPr>
        <a:xfrm>
          <a:off x="0" y="0"/>
          <a:ext cx="0" cy="0"/>
          <a:chOff x="0" y="0"/>
          <a:chExt cx="0" cy="0"/>
        </a:xfrm>
      </p:grpSpPr>
      <p:sp>
        <p:nvSpPr>
          <p:cNvPr id="490" name="Google Shape;49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91" name="Google Shape;49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3"/>
        <p:cNvGrpSpPr/>
        <p:nvPr/>
      </p:nvGrpSpPr>
      <p:grpSpPr>
        <a:xfrm>
          <a:off x="0" y="0"/>
          <a:ext cx="0" cy="0"/>
          <a:chOff x="0" y="0"/>
          <a:chExt cx="0" cy="0"/>
        </a:xfrm>
      </p:grpSpPr>
      <p:sp>
        <p:nvSpPr>
          <p:cNvPr id="504" name="Google Shape;504;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05" name="Google Shape;50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8"/>
        <p:cNvGrpSpPr/>
        <p:nvPr/>
      </p:nvGrpSpPr>
      <p:grpSpPr>
        <a:xfrm>
          <a:off x="0" y="0"/>
          <a:ext cx="0" cy="0"/>
          <a:chOff x="0" y="0"/>
          <a:chExt cx="0" cy="0"/>
        </a:xfrm>
      </p:grpSpPr>
      <p:sp>
        <p:nvSpPr>
          <p:cNvPr id="519" name="Google Shape;519;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20" name="Google Shape;520;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34"/>
        <p:cNvGrpSpPr/>
        <p:nvPr/>
      </p:nvGrpSpPr>
      <p:grpSpPr>
        <a:xfrm>
          <a:off x="0" y="0"/>
          <a:ext cx="0" cy="0"/>
          <a:chOff x="0" y="0"/>
          <a:chExt cx="0" cy="0"/>
        </a:xfrm>
      </p:grpSpPr>
      <p:sp>
        <p:nvSpPr>
          <p:cNvPr id="535" name="Google Shape;535;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36" name="Google Shape;53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9"/>
        <p:cNvGrpSpPr/>
        <p:nvPr/>
      </p:nvGrpSpPr>
      <p:grpSpPr>
        <a:xfrm>
          <a:off x="0" y="0"/>
          <a:ext cx="0" cy="0"/>
          <a:chOff x="0" y="0"/>
          <a:chExt cx="0" cy="0"/>
        </a:xfrm>
      </p:grpSpPr>
      <p:sp>
        <p:nvSpPr>
          <p:cNvPr id="550" name="Google Shape;55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51" name="Google Shape;55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1"/>
        <p:cNvGrpSpPr/>
        <p:nvPr/>
      </p:nvGrpSpPr>
      <p:grpSpPr>
        <a:xfrm>
          <a:off x="0" y="0"/>
          <a:ext cx="0" cy="0"/>
          <a:chOff x="0" y="0"/>
          <a:chExt cx="0" cy="0"/>
        </a:xfrm>
      </p:grpSpPr>
      <p:sp>
        <p:nvSpPr>
          <p:cNvPr id="562" name="Google Shape;562;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63" name="Google Shape;56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71"/>
        <p:cNvGrpSpPr/>
        <p:nvPr/>
      </p:nvGrpSpPr>
      <p:grpSpPr>
        <a:xfrm>
          <a:off x="0" y="0"/>
          <a:ext cx="0" cy="0"/>
          <a:chOff x="0" y="0"/>
          <a:chExt cx="0" cy="0"/>
        </a:xfrm>
      </p:grpSpPr>
      <p:sp>
        <p:nvSpPr>
          <p:cNvPr id="572" name="Google Shape;57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73" name="Google Shape;573;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88"/>
        <p:cNvGrpSpPr/>
        <p:nvPr/>
      </p:nvGrpSpPr>
      <p:grpSpPr>
        <a:xfrm>
          <a:off x="0" y="0"/>
          <a:ext cx="0" cy="0"/>
          <a:chOff x="0" y="0"/>
          <a:chExt cx="0" cy="0"/>
        </a:xfrm>
      </p:grpSpPr>
      <p:sp>
        <p:nvSpPr>
          <p:cNvPr id="589" name="Google Shape;589;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590" name="Google Shape;590;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p:cSld name="slide">
    <p:spTree>
      <p:nvGrpSpPr>
        <p:cNvPr id="1" name="Shape 16"/>
        <p:cNvGrpSpPr/>
        <p:nvPr/>
      </p:nvGrpSpPr>
      <p:grpSpPr>
        <a:xfrm>
          <a:off x="0" y="0"/>
          <a:ext cx="0" cy="0"/>
          <a:chOff x="0" y="0"/>
          <a:chExt cx="0" cy="0"/>
        </a:xfrm>
      </p:grpSpPr>
      <p:sp>
        <p:nvSpPr>
          <p:cNvPr id="17" name="Google Shape;17;p32"/>
          <p:cNvSpPr>
            <a:spLocks noGrp="1"/>
          </p:cNvSpPr>
          <p:nvPr>
            <p:ph type="pic" idx="2"/>
          </p:nvPr>
        </p:nvSpPr>
        <p:spPr>
          <a:xfrm>
            <a:off x="3978704" y="-174171"/>
            <a:ext cx="8412466" cy="7206342"/>
          </a:xfrm>
          <a:prstGeom prst="rect">
            <a:avLst/>
          </a:prstGeom>
          <a:solidFill>
            <a:srgbClr val="F2F2F2"/>
          </a:solidFill>
          <a:ln>
            <a:noFill/>
          </a:ln>
        </p:spPr>
      </p:sp>
      <p:sp>
        <p:nvSpPr>
          <p:cNvPr id="18" name="Google Shape;18;p32"/>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mages and Contents Layout">
  <p:cSld name="Images and Contents Layout">
    <p:spTree>
      <p:nvGrpSpPr>
        <p:cNvPr id="1" name="Shape 19"/>
        <p:cNvGrpSpPr/>
        <p:nvPr/>
      </p:nvGrpSpPr>
      <p:grpSpPr>
        <a:xfrm>
          <a:off x="0" y="0"/>
          <a:ext cx="0" cy="0"/>
          <a:chOff x="0" y="0"/>
          <a:chExt cx="0" cy="0"/>
        </a:xfrm>
      </p:grpSpPr>
      <p:sp>
        <p:nvSpPr>
          <p:cNvPr id="20" name="Google Shape;20;p33"/>
          <p:cNvSpPr>
            <a:spLocks noGrp="1"/>
          </p:cNvSpPr>
          <p:nvPr>
            <p:ph type="pic" idx="2"/>
          </p:nvPr>
        </p:nvSpPr>
        <p:spPr>
          <a:xfrm>
            <a:off x="0" y="-1"/>
            <a:ext cx="12192000" cy="6857999"/>
          </a:xfrm>
          <a:prstGeom prst="rect">
            <a:avLst/>
          </a:prstGeom>
          <a:solidFill>
            <a:srgbClr val="F2F2F2"/>
          </a:solid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22">
  <p:cSld name="Title - 22">
    <p:spTree>
      <p:nvGrpSpPr>
        <p:cNvPr id="1" name="Shape 21"/>
        <p:cNvGrpSpPr/>
        <p:nvPr/>
      </p:nvGrpSpPr>
      <p:grpSpPr>
        <a:xfrm>
          <a:off x="0" y="0"/>
          <a:ext cx="0" cy="0"/>
          <a:chOff x="0" y="0"/>
          <a:chExt cx="0" cy="0"/>
        </a:xfrm>
      </p:grpSpPr>
      <p:sp>
        <p:nvSpPr>
          <p:cNvPr id="22" name="Google Shape;22;p34"/>
          <p:cNvSpPr txBox="1"/>
          <p:nvPr/>
        </p:nvSpPr>
        <p:spPr>
          <a:xfrm>
            <a:off x="4320462" y="6408739"/>
            <a:ext cx="3431899" cy="30488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Private and Confidential</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3" name="Google Shape;23;p34"/>
          <p:cNvSpPr txBox="1"/>
          <p:nvPr/>
        </p:nvSpPr>
        <p:spPr>
          <a:xfrm>
            <a:off x="10849294" y="6408739"/>
            <a:ext cx="1067078" cy="182563"/>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4" name="Google Shape;24;p34"/>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5" name="Google Shape;25;p34"/>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6" name="Google Shape;26;p34"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7_slide">
  <p:cSld name="27_slide">
    <p:spTree>
      <p:nvGrpSpPr>
        <p:cNvPr id="1" name="Shape 27"/>
        <p:cNvGrpSpPr/>
        <p:nvPr/>
      </p:nvGrpSpPr>
      <p:grpSpPr>
        <a:xfrm>
          <a:off x="0" y="0"/>
          <a:ext cx="0" cy="0"/>
          <a:chOff x="0" y="0"/>
          <a:chExt cx="0" cy="0"/>
        </a:xfrm>
      </p:grpSpPr>
      <p:sp>
        <p:nvSpPr>
          <p:cNvPr id="28" name="Google Shape;28;p37"/>
          <p:cNvSpPr>
            <a:spLocks noGrp="1"/>
          </p:cNvSpPr>
          <p:nvPr>
            <p:ph type="pic" idx="2"/>
          </p:nvPr>
        </p:nvSpPr>
        <p:spPr>
          <a:xfrm>
            <a:off x="1471886" y="1651649"/>
            <a:ext cx="1945814" cy="4111559"/>
          </a:xfrm>
          <a:prstGeom prst="rect">
            <a:avLst/>
          </a:prstGeom>
          <a:solidFill>
            <a:srgbClr val="F2F2F2"/>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29"/>
        <p:cNvGrpSpPr/>
        <p:nvPr/>
      </p:nvGrpSpPr>
      <p:grpSpPr>
        <a:xfrm>
          <a:off x="0" y="0"/>
          <a:ext cx="0" cy="0"/>
          <a:chOff x="0" y="0"/>
          <a:chExt cx="0" cy="0"/>
        </a:xfrm>
      </p:grpSpPr>
      <p:sp>
        <p:nvSpPr>
          <p:cNvPr id="30" name="Google Shape;30;p38"/>
          <p:cNvSpPr>
            <a:spLocks noGrp="1"/>
          </p:cNvSpPr>
          <p:nvPr>
            <p:ph type="media" idx="2"/>
          </p:nvPr>
        </p:nvSpPr>
        <p:spPr>
          <a:xfrm>
            <a:off x="874610" y="1346252"/>
            <a:ext cx="9921875" cy="478948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31" name="Google Shape;31;p38"/>
          <p:cNvSpPr txBox="1">
            <a:spLocks noGrp="1"/>
          </p:cNvSpPr>
          <p:nvPr>
            <p:ph type="title"/>
          </p:nvPr>
        </p:nvSpPr>
        <p:spPr>
          <a:xfrm>
            <a:off x="874610" y="443784"/>
            <a:ext cx="10515600" cy="5787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38"/>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
        <p:nvSpPr>
          <p:cNvPr id="33" name="Google Shape;33;p38"/>
          <p:cNvSpPr/>
          <p:nvPr/>
        </p:nvSpPr>
        <p:spPr>
          <a:xfrm>
            <a:off x="5281257" y="3244334"/>
            <a:ext cx="162948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TABLE SLIDE</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pic>
        <p:nvPicPr>
          <p:cNvPr id="34" name="Google Shape;34;p38"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35"/>
        <p:cNvGrpSpPr/>
        <p:nvPr/>
      </p:nvGrpSpPr>
      <p:grpSpPr>
        <a:xfrm>
          <a:off x="0" y="0"/>
          <a:ext cx="0" cy="0"/>
          <a:chOff x="0" y="0"/>
          <a:chExt cx="0" cy="0"/>
        </a:xfrm>
      </p:grpSpPr>
      <p:sp>
        <p:nvSpPr>
          <p:cNvPr id="36" name="Google Shape;36;p39"/>
          <p:cNvSpPr>
            <a:spLocks noGrp="1"/>
          </p:cNvSpPr>
          <p:nvPr>
            <p:ph type="pic" idx="2"/>
          </p:nvPr>
        </p:nvSpPr>
        <p:spPr>
          <a:xfrm>
            <a:off x="-199169" y="-174171"/>
            <a:ext cx="12590339" cy="7206342"/>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slide">
  <p:cSld name="1_slide">
    <p:spTree>
      <p:nvGrpSpPr>
        <p:cNvPr id="1" name="Shape 37"/>
        <p:cNvGrpSpPr/>
        <p:nvPr/>
      </p:nvGrpSpPr>
      <p:grpSpPr>
        <a:xfrm>
          <a:off x="0" y="0"/>
          <a:ext cx="0" cy="0"/>
          <a:chOff x="0" y="0"/>
          <a:chExt cx="0" cy="0"/>
        </a:xfrm>
      </p:grpSpPr>
      <p:sp>
        <p:nvSpPr>
          <p:cNvPr id="38" name="Google Shape;38;p40"/>
          <p:cNvSpPr>
            <a:spLocks noGrp="1"/>
          </p:cNvSpPr>
          <p:nvPr>
            <p:ph type="pic" idx="2"/>
          </p:nvPr>
        </p:nvSpPr>
        <p:spPr>
          <a:xfrm>
            <a:off x="-199169" y="-174171"/>
            <a:ext cx="12590339" cy="4288971"/>
          </a:xfrm>
          <a:prstGeom prst="rect">
            <a:avLst/>
          </a:prstGeom>
          <a:solidFill>
            <a:srgbClr val="F2F2F2"/>
          </a:solidFill>
          <a:ln>
            <a:noFill/>
          </a:ln>
        </p:spPr>
      </p:sp>
      <p:sp>
        <p:nvSpPr>
          <p:cNvPr id="39" name="Google Shape;39;p40"/>
          <p:cNvSpPr txBox="1">
            <a:spLocks noGrp="1"/>
          </p:cNvSpPr>
          <p:nvPr>
            <p:ph type="body" idx="1"/>
          </p:nvPr>
        </p:nvSpPr>
        <p:spPr>
          <a:xfrm>
            <a:off x="1215840" y="4367129"/>
            <a:ext cx="10421727" cy="21660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slide">
  <p:cSld name="2_slide">
    <p:spTree>
      <p:nvGrpSpPr>
        <p:cNvPr id="1" name="Shape 40"/>
        <p:cNvGrpSpPr/>
        <p:nvPr/>
      </p:nvGrpSpPr>
      <p:grpSpPr>
        <a:xfrm>
          <a:off x="0" y="0"/>
          <a:ext cx="0" cy="0"/>
          <a:chOff x="0" y="0"/>
          <a:chExt cx="0" cy="0"/>
        </a:xfrm>
      </p:grpSpPr>
      <p:sp>
        <p:nvSpPr>
          <p:cNvPr id="41" name="Google Shape;41;p41"/>
          <p:cNvSpPr>
            <a:spLocks noGrp="1"/>
          </p:cNvSpPr>
          <p:nvPr>
            <p:ph type="pic" idx="2"/>
          </p:nvPr>
        </p:nvSpPr>
        <p:spPr>
          <a:xfrm>
            <a:off x="3576130" y="2940877"/>
            <a:ext cx="1389961" cy="1389597"/>
          </a:xfrm>
          <a:prstGeom prst="ellipse">
            <a:avLst/>
          </a:prstGeom>
          <a:solidFill>
            <a:srgbClr val="F2F2F2"/>
          </a:solidFill>
          <a:ln>
            <a:noFill/>
          </a:ln>
        </p:spPr>
      </p:sp>
      <p:sp>
        <p:nvSpPr>
          <p:cNvPr id="42" name="Google Shape;42;p41"/>
          <p:cNvSpPr>
            <a:spLocks noGrp="1"/>
          </p:cNvSpPr>
          <p:nvPr>
            <p:ph type="pic" idx="3"/>
          </p:nvPr>
        </p:nvSpPr>
        <p:spPr>
          <a:xfrm>
            <a:off x="4492911" y="1447800"/>
            <a:ext cx="1389961" cy="1389597"/>
          </a:xfrm>
          <a:prstGeom prst="ellipse">
            <a:avLst/>
          </a:prstGeom>
          <a:solidFill>
            <a:srgbClr val="F2F2F2"/>
          </a:solidFill>
          <a:ln>
            <a:noFill/>
          </a:ln>
        </p:spPr>
      </p:sp>
      <p:sp>
        <p:nvSpPr>
          <p:cNvPr id="43" name="Google Shape;43;p41"/>
          <p:cNvSpPr>
            <a:spLocks noGrp="1"/>
          </p:cNvSpPr>
          <p:nvPr>
            <p:ph type="pic" idx="4"/>
          </p:nvPr>
        </p:nvSpPr>
        <p:spPr>
          <a:xfrm>
            <a:off x="6309129" y="1447800"/>
            <a:ext cx="1389961" cy="1389597"/>
          </a:xfrm>
          <a:prstGeom prst="ellipse">
            <a:avLst/>
          </a:prstGeom>
          <a:solidFill>
            <a:srgbClr val="F2F2F2"/>
          </a:solidFill>
          <a:ln>
            <a:noFill/>
          </a:ln>
        </p:spPr>
      </p:sp>
      <p:sp>
        <p:nvSpPr>
          <p:cNvPr id="44" name="Google Shape;44;p41"/>
          <p:cNvSpPr>
            <a:spLocks noGrp="1"/>
          </p:cNvSpPr>
          <p:nvPr>
            <p:ph type="pic" idx="5"/>
          </p:nvPr>
        </p:nvSpPr>
        <p:spPr>
          <a:xfrm>
            <a:off x="4492911" y="4433954"/>
            <a:ext cx="1389961" cy="1389597"/>
          </a:xfrm>
          <a:prstGeom prst="ellipse">
            <a:avLst/>
          </a:prstGeom>
          <a:solidFill>
            <a:srgbClr val="F2F2F2"/>
          </a:solidFill>
          <a:ln>
            <a:noFill/>
          </a:ln>
        </p:spPr>
      </p:sp>
      <p:sp>
        <p:nvSpPr>
          <p:cNvPr id="45" name="Google Shape;45;p41"/>
          <p:cNvSpPr>
            <a:spLocks noGrp="1"/>
          </p:cNvSpPr>
          <p:nvPr>
            <p:ph type="pic" idx="6"/>
          </p:nvPr>
        </p:nvSpPr>
        <p:spPr>
          <a:xfrm>
            <a:off x="6309129" y="4433954"/>
            <a:ext cx="1389961" cy="1389597"/>
          </a:xfrm>
          <a:prstGeom prst="ellipse">
            <a:avLst/>
          </a:prstGeom>
          <a:solidFill>
            <a:srgbClr val="F2F2F2"/>
          </a:solidFill>
          <a:ln>
            <a:noFill/>
          </a:ln>
        </p:spPr>
      </p:sp>
      <p:sp>
        <p:nvSpPr>
          <p:cNvPr id="46" name="Google Shape;46;p41"/>
          <p:cNvSpPr>
            <a:spLocks noGrp="1"/>
          </p:cNvSpPr>
          <p:nvPr>
            <p:ph type="pic" idx="7"/>
          </p:nvPr>
        </p:nvSpPr>
        <p:spPr>
          <a:xfrm>
            <a:off x="7225909" y="2940877"/>
            <a:ext cx="1389961" cy="1389597"/>
          </a:xfrm>
          <a:prstGeom prst="ellipse">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slide">
  <p:cSld name="3_slide">
    <p:spTree>
      <p:nvGrpSpPr>
        <p:cNvPr id="1" name="Shape 47"/>
        <p:cNvGrpSpPr/>
        <p:nvPr/>
      </p:nvGrpSpPr>
      <p:grpSpPr>
        <a:xfrm>
          <a:off x="0" y="0"/>
          <a:ext cx="0" cy="0"/>
          <a:chOff x="0" y="0"/>
          <a:chExt cx="0" cy="0"/>
        </a:xfrm>
      </p:grpSpPr>
      <p:sp>
        <p:nvSpPr>
          <p:cNvPr id="48" name="Google Shape;48;p42"/>
          <p:cNvSpPr>
            <a:spLocks noGrp="1"/>
          </p:cNvSpPr>
          <p:nvPr>
            <p:ph type="pic" idx="2"/>
          </p:nvPr>
        </p:nvSpPr>
        <p:spPr>
          <a:xfrm>
            <a:off x="2237975" y="4303749"/>
            <a:ext cx="1333651" cy="1333302"/>
          </a:xfrm>
          <a:prstGeom prst="ellipse">
            <a:avLst/>
          </a:prstGeom>
          <a:solidFill>
            <a:srgbClr val="F2F2F2"/>
          </a:solidFill>
          <a:ln>
            <a:noFill/>
          </a:ln>
        </p:spPr>
      </p:sp>
      <p:sp>
        <p:nvSpPr>
          <p:cNvPr id="49" name="Google Shape;49;p42"/>
          <p:cNvSpPr>
            <a:spLocks noGrp="1"/>
          </p:cNvSpPr>
          <p:nvPr>
            <p:ph type="pic" idx="3"/>
          </p:nvPr>
        </p:nvSpPr>
        <p:spPr>
          <a:xfrm>
            <a:off x="3457115" y="3122288"/>
            <a:ext cx="1333651" cy="1333302"/>
          </a:xfrm>
          <a:prstGeom prst="ellipse">
            <a:avLst/>
          </a:prstGeom>
          <a:solidFill>
            <a:srgbClr val="F2F2F2"/>
          </a:solidFill>
          <a:ln>
            <a:noFill/>
          </a:ln>
        </p:spPr>
      </p:sp>
      <p:sp>
        <p:nvSpPr>
          <p:cNvPr id="50" name="Google Shape;50;p42"/>
          <p:cNvSpPr>
            <a:spLocks noGrp="1"/>
          </p:cNvSpPr>
          <p:nvPr>
            <p:ph type="pic" idx="4"/>
          </p:nvPr>
        </p:nvSpPr>
        <p:spPr>
          <a:xfrm>
            <a:off x="4624057" y="1959965"/>
            <a:ext cx="1333651" cy="1333302"/>
          </a:xfrm>
          <a:prstGeom prst="ellipse">
            <a:avLst/>
          </a:prstGeom>
          <a:solidFill>
            <a:srgbClr val="F2F2F2"/>
          </a:solidFill>
          <a:ln>
            <a:noFill/>
          </a:ln>
        </p:spPr>
      </p:sp>
      <p:sp>
        <p:nvSpPr>
          <p:cNvPr id="51" name="Google Shape;51;p42"/>
          <p:cNvSpPr>
            <a:spLocks noGrp="1"/>
          </p:cNvSpPr>
          <p:nvPr>
            <p:ph type="pic" idx="5"/>
          </p:nvPr>
        </p:nvSpPr>
        <p:spPr>
          <a:xfrm>
            <a:off x="5790998" y="784547"/>
            <a:ext cx="1333651" cy="1333302"/>
          </a:xfrm>
          <a:prstGeom prst="ellipse">
            <a:avLst/>
          </a:prstGeom>
          <a:solidFill>
            <a:srgbClr val="F2F2F2"/>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_slide">
  <p:cSld name="4_slide">
    <p:spTree>
      <p:nvGrpSpPr>
        <p:cNvPr id="1" name="Shape 52"/>
        <p:cNvGrpSpPr/>
        <p:nvPr/>
      </p:nvGrpSpPr>
      <p:grpSpPr>
        <a:xfrm>
          <a:off x="0" y="0"/>
          <a:ext cx="0" cy="0"/>
          <a:chOff x="0" y="0"/>
          <a:chExt cx="0" cy="0"/>
        </a:xfrm>
      </p:grpSpPr>
      <p:sp>
        <p:nvSpPr>
          <p:cNvPr id="53" name="Google Shape;53;p43"/>
          <p:cNvSpPr>
            <a:spLocks noGrp="1"/>
          </p:cNvSpPr>
          <p:nvPr>
            <p:ph type="pic" idx="2"/>
          </p:nvPr>
        </p:nvSpPr>
        <p:spPr>
          <a:xfrm>
            <a:off x="-199169" y="2514600"/>
            <a:ext cx="12590339" cy="4517571"/>
          </a:xfrm>
          <a:prstGeom prst="rect">
            <a:avLst/>
          </a:prstGeom>
          <a:solidFill>
            <a:srgbClr val="F2F2F2"/>
          </a:solidFill>
          <a:ln>
            <a:noFill/>
          </a:ln>
        </p:spPr>
      </p:sp>
      <p:sp>
        <p:nvSpPr>
          <p:cNvPr id="54" name="Google Shape;54;p43"/>
          <p:cNvSpPr>
            <a:spLocks noGrp="1"/>
          </p:cNvSpPr>
          <p:nvPr>
            <p:ph type="pic" idx="3"/>
          </p:nvPr>
        </p:nvSpPr>
        <p:spPr>
          <a:xfrm>
            <a:off x="1428209" y="1579564"/>
            <a:ext cx="1870562" cy="1870072"/>
          </a:xfrm>
          <a:prstGeom prst="ellipse">
            <a:avLst/>
          </a:prstGeom>
          <a:solidFill>
            <a:srgbClr val="F2F2F2"/>
          </a:solidFill>
          <a:ln>
            <a:noFill/>
          </a:ln>
        </p:spPr>
      </p:sp>
      <p:sp>
        <p:nvSpPr>
          <p:cNvPr id="55" name="Google Shape;55;p43"/>
          <p:cNvSpPr>
            <a:spLocks noGrp="1"/>
          </p:cNvSpPr>
          <p:nvPr>
            <p:ph type="pic" idx="4"/>
          </p:nvPr>
        </p:nvSpPr>
        <p:spPr>
          <a:xfrm>
            <a:off x="5160720" y="1579564"/>
            <a:ext cx="1870562" cy="1870072"/>
          </a:xfrm>
          <a:prstGeom prst="ellipse">
            <a:avLst/>
          </a:prstGeom>
          <a:solidFill>
            <a:srgbClr val="F2F2F2"/>
          </a:solidFill>
          <a:ln>
            <a:noFill/>
          </a:ln>
        </p:spPr>
      </p:sp>
      <p:sp>
        <p:nvSpPr>
          <p:cNvPr id="56" name="Google Shape;56;p43"/>
          <p:cNvSpPr>
            <a:spLocks noGrp="1"/>
          </p:cNvSpPr>
          <p:nvPr>
            <p:ph type="pic" idx="5"/>
          </p:nvPr>
        </p:nvSpPr>
        <p:spPr>
          <a:xfrm>
            <a:off x="8893230" y="1579564"/>
            <a:ext cx="1870562" cy="1870072"/>
          </a:xfrm>
          <a:prstGeom prst="ellipse">
            <a:avLst/>
          </a:prstGeom>
          <a:solidFill>
            <a:srgbClr val="F2F2F2"/>
          </a:solidFill>
          <a:ln>
            <a:noFill/>
          </a:ln>
        </p:spPr>
      </p:sp>
      <p:pic>
        <p:nvPicPr>
          <p:cNvPr id="57" name="Google Shape;57;p43"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5_slide">
  <p:cSld name="5_slide">
    <p:spTree>
      <p:nvGrpSpPr>
        <p:cNvPr id="1" name="Shape 58"/>
        <p:cNvGrpSpPr/>
        <p:nvPr/>
      </p:nvGrpSpPr>
      <p:grpSpPr>
        <a:xfrm>
          <a:off x="0" y="0"/>
          <a:ext cx="0" cy="0"/>
          <a:chOff x="0" y="0"/>
          <a:chExt cx="0" cy="0"/>
        </a:xfrm>
      </p:grpSpPr>
      <p:sp>
        <p:nvSpPr>
          <p:cNvPr id="59" name="Google Shape;59;p44"/>
          <p:cNvSpPr>
            <a:spLocks noGrp="1"/>
          </p:cNvSpPr>
          <p:nvPr>
            <p:ph type="pic" idx="2"/>
          </p:nvPr>
        </p:nvSpPr>
        <p:spPr>
          <a:xfrm>
            <a:off x="5222862" y="0"/>
            <a:ext cx="6969138" cy="6858000"/>
          </a:xfrm>
          <a:prstGeom prst="rect">
            <a:avLst/>
          </a:prstGeom>
          <a:solidFill>
            <a:srgbClr val="F2F2F2"/>
          </a:solid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6_slide">
  <p:cSld name="6_slide">
    <p:spTree>
      <p:nvGrpSpPr>
        <p:cNvPr id="1" name="Shape 60"/>
        <p:cNvGrpSpPr/>
        <p:nvPr/>
      </p:nvGrpSpPr>
      <p:grpSpPr>
        <a:xfrm>
          <a:off x="0" y="0"/>
          <a:ext cx="0" cy="0"/>
          <a:chOff x="0" y="0"/>
          <a:chExt cx="0" cy="0"/>
        </a:xfrm>
      </p:grpSpPr>
      <p:sp>
        <p:nvSpPr>
          <p:cNvPr id="61" name="Google Shape;61;p45"/>
          <p:cNvSpPr>
            <a:spLocks noGrp="1"/>
          </p:cNvSpPr>
          <p:nvPr>
            <p:ph type="pic" idx="2"/>
          </p:nvPr>
        </p:nvSpPr>
        <p:spPr>
          <a:xfrm>
            <a:off x="713116" y="2066599"/>
            <a:ext cx="1333653" cy="1333303"/>
          </a:xfrm>
          <a:prstGeom prst="ellipse">
            <a:avLst/>
          </a:prstGeom>
          <a:solidFill>
            <a:srgbClr val="F2F2F2"/>
          </a:solidFill>
          <a:ln>
            <a:noFill/>
          </a:ln>
        </p:spPr>
      </p:sp>
      <p:sp>
        <p:nvSpPr>
          <p:cNvPr id="62" name="Google Shape;62;p45"/>
          <p:cNvSpPr>
            <a:spLocks noGrp="1"/>
          </p:cNvSpPr>
          <p:nvPr>
            <p:ph type="pic" idx="3"/>
          </p:nvPr>
        </p:nvSpPr>
        <p:spPr>
          <a:xfrm>
            <a:off x="713119" y="3890151"/>
            <a:ext cx="1333648" cy="1333299"/>
          </a:xfrm>
          <a:prstGeom prst="ellipse">
            <a:avLst/>
          </a:prstGeom>
          <a:solidFill>
            <a:srgbClr val="F2F2F2"/>
          </a:solidFill>
          <a:ln>
            <a:noFill/>
          </a:ln>
        </p:spPr>
      </p:sp>
      <p:sp>
        <p:nvSpPr>
          <p:cNvPr id="63" name="Google Shape;63;p45"/>
          <p:cNvSpPr>
            <a:spLocks noGrp="1"/>
          </p:cNvSpPr>
          <p:nvPr>
            <p:ph type="pic" idx="4"/>
          </p:nvPr>
        </p:nvSpPr>
        <p:spPr>
          <a:xfrm>
            <a:off x="6589152" y="2066599"/>
            <a:ext cx="1333653" cy="1333303"/>
          </a:xfrm>
          <a:prstGeom prst="ellipse">
            <a:avLst/>
          </a:prstGeom>
          <a:solidFill>
            <a:srgbClr val="F2F2F2"/>
          </a:solidFill>
          <a:ln>
            <a:noFill/>
          </a:ln>
        </p:spPr>
      </p:sp>
      <p:sp>
        <p:nvSpPr>
          <p:cNvPr id="64" name="Google Shape;64;p45"/>
          <p:cNvSpPr>
            <a:spLocks noGrp="1"/>
          </p:cNvSpPr>
          <p:nvPr>
            <p:ph type="pic" idx="5"/>
          </p:nvPr>
        </p:nvSpPr>
        <p:spPr>
          <a:xfrm>
            <a:off x="6589155" y="3890151"/>
            <a:ext cx="1333648" cy="1333299"/>
          </a:xfrm>
          <a:prstGeom prst="ellipse">
            <a:avLst/>
          </a:prstGeom>
          <a:solidFill>
            <a:srgbClr val="F2F2F2"/>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7_slide">
  <p:cSld name="7_slide">
    <p:spTree>
      <p:nvGrpSpPr>
        <p:cNvPr id="1" name="Shape 65"/>
        <p:cNvGrpSpPr/>
        <p:nvPr/>
      </p:nvGrpSpPr>
      <p:grpSpPr>
        <a:xfrm>
          <a:off x="0" y="0"/>
          <a:ext cx="0" cy="0"/>
          <a:chOff x="0" y="0"/>
          <a:chExt cx="0" cy="0"/>
        </a:xfrm>
      </p:grpSpPr>
      <p:sp>
        <p:nvSpPr>
          <p:cNvPr id="66" name="Google Shape;66;p46"/>
          <p:cNvSpPr>
            <a:spLocks noGrp="1"/>
          </p:cNvSpPr>
          <p:nvPr>
            <p:ph type="pic" idx="2"/>
          </p:nvPr>
        </p:nvSpPr>
        <p:spPr>
          <a:xfrm>
            <a:off x="713118" y="1581144"/>
            <a:ext cx="5879817" cy="4203543"/>
          </a:xfrm>
          <a:prstGeom prst="rect">
            <a:avLst/>
          </a:prstGeom>
          <a:solidFill>
            <a:srgbClr val="F2F2F2"/>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8_slide">
  <p:cSld name="8_slide">
    <p:spTree>
      <p:nvGrpSpPr>
        <p:cNvPr id="1" name="Shape 67"/>
        <p:cNvGrpSpPr/>
        <p:nvPr/>
      </p:nvGrpSpPr>
      <p:grpSpPr>
        <a:xfrm>
          <a:off x="0" y="0"/>
          <a:ext cx="0" cy="0"/>
          <a:chOff x="0" y="0"/>
          <a:chExt cx="0" cy="0"/>
        </a:xfrm>
      </p:grpSpPr>
      <p:sp>
        <p:nvSpPr>
          <p:cNvPr id="68" name="Google Shape;68;p47"/>
          <p:cNvSpPr>
            <a:spLocks noGrp="1"/>
          </p:cNvSpPr>
          <p:nvPr>
            <p:ph type="pic" idx="2"/>
          </p:nvPr>
        </p:nvSpPr>
        <p:spPr>
          <a:xfrm>
            <a:off x="5784331" y="1315673"/>
            <a:ext cx="5879817" cy="4203543"/>
          </a:xfrm>
          <a:prstGeom prst="rect">
            <a:avLst/>
          </a:prstGeom>
          <a:solidFill>
            <a:srgbClr val="F2F2F2"/>
          </a:solidFill>
          <a:ln>
            <a:noFill/>
          </a:ln>
        </p:spPr>
      </p:sp>
      <p:sp>
        <p:nvSpPr>
          <p:cNvPr id="69" name="Google Shape;69;p47"/>
          <p:cNvSpPr txBox="1">
            <a:spLocks noGrp="1"/>
          </p:cNvSpPr>
          <p:nvPr>
            <p:ph type="title"/>
          </p:nvPr>
        </p:nvSpPr>
        <p:spPr>
          <a:xfrm>
            <a:off x="838201" y="365127"/>
            <a:ext cx="10515600" cy="62793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7"/>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pic>
        <p:nvPicPr>
          <p:cNvPr id="71" name="Google Shape;71;p47"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9_slide">
  <p:cSld name="9_slide">
    <p:spTree>
      <p:nvGrpSpPr>
        <p:cNvPr id="1" name="Shape 72"/>
        <p:cNvGrpSpPr/>
        <p:nvPr/>
      </p:nvGrpSpPr>
      <p:grpSpPr>
        <a:xfrm>
          <a:off x="0" y="0"/>
          <a:ext cx="0" cy="0"/>
          <a:chOff x="0" y="0"/>
          <a:chExt cx="0" cy="0"/>
        </a:xfrm>
      </p:grpSpPr>
      <p:sp>
        <p:nvSpPr>
          <p:cNvPr id="73" name="Google Shape;73;p48"/>
          <p:cNvSpPr>
            <a:spLocks noGrp="1"/>
          </p:cNvSpPr>
          <p:nvPr>
            <p:ph type="pic" idx="2"/>
          </p:nvPr>
        </p:nvSpPr>
        <p:spPr>
          <a:xfrm>
            <a:off x="713117" y="1712348"/>
            <a:ext cx="5382883" cy="2434261"/>
          </a:xfrm>
          <a:prstGeom prst="rect">
            <a:avLst/>
          </a:prstGeom>
          <a:solidFill>
            <a:srgbClr val="F2F2F2"/>
          </a:solid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0_slide">
  <p:cSld name="10_slide">
    <p:spTree>
      <p:nvGrpSpPr>
        <p:cNvPr id="1" name="Shape 74"/>
        <p:cNvGrpSpPr/>
        <p:nvPr/>
      </p:nvGrpSpPr>
      <p:grpSpPr>
        <a:xfrm>
          <a:off x="0" y="0"/>
          <a:ext cx="0" cy="0"/>
          <a:chOff x="0" y="0"/>
          <a:chExt cx="0" cy="0"/>
        </a:xfrm>
      </p:grpSpPr>
      <p:sp>
        <p:nvSpPr>
          <p:cNvPr id="75" name="Google Shape;75;p49"/>
          <p:cNvSpPr>
            <a:spLocks noGrp="1"/>
          </p:cNvSpPr>
          <p:nvPr>
            <p:ph type="pic" idx="2"/>
          </p:nvPr>
        </p:nvSpPr>
        <p:spPr>
          <a:xfrm>
            <a:off x="1069999" y="2677076"/>
            <a:ext cx="2010401" cy="804672"/>
          </a:xfrm>
          <a:prstGeom prst="rect">
            <a:avLst/>
          </a:prstGeom>
          <a:solidFill>
            <a:srgbClr val="F2F2F2"/>
          </a:solidFill>
          <a:ln>
            <a:noFill/>
          </a:ln>
        </p:spPr>
      </p:sp>
      <p:sp>
        <p:nvSpPr>
          <p:cNvPr id="76" name="Google Shape;76;p49"/>
          <p:cNvSpPr>
            <a:spLocks noGrp="1"/>
          </p:cNvSpPr>
          <p:nvPr>
            <p:ph type="pic" idx="3"/>
          </p:nvPr>
        </p:nvSpPr>
        <p:spPr>
          <a:xfrm>
            <a:off x="5090800" y="2677076"/>
            <a:ext cx="2010401" cy="804672"/>
          </a:xfrm>
          <a:prstGeom prst="rect">
            <a:avLst/>
          </a:prstGeom>
          <a:solidFill>
            <a:srgbClr val="F2F2F2"/>
          </a:solidFill>
          <a:ln>
            <a:noFill/>
          </a:ln>
        </p:spPr>
      </p:sp>
      <p:sp>
        <p:nvSpPr>
          <p:cNvPr id="77" name="Google Shape;77;p49"/>
          <p:cNvSpPr>
            <a:spLocks noGrp="1"/>
          </p:cNvSpPr>
          <p:nvPr>
            <p:ph type="pic" idx="4"/>
          </p:nvPr>
        </p:nvSpPr>
        <p:spPr>
          <a:xfrm>
            <a:off x="9111600" y="2677076"/>
            <a:ext cx="2010401" cy="804672"/>
          </a:xfrm>
          <a:prstGeom prst="rect">
            <a:avLst/>
          </a:prstGeom>
          <a:solidFill>
            <a:srgbClr val="F2F2F2"/>
          </a:solidFill>
          <a:ln>
            <a:noFill/>
          </a:ln>
        </p:spPr>
      </p:sp>
      <p:sp>
        <p:nvSpPr>
          <p:cNvPr id="78" name="Google Shape;78;p49"/>
          <p:cNvSpPr>
            <a:spLocks noGrp="1"/>
          </p:cNvSpPr>
          <p:nvPr>
            <p:ph type="pic" idx="5"/>
          </p:nvPr>
        </p:nvSpPr>
        <p:spPr>
          <a:xfrm>
            <a:off x="3080399" y="3884084"/>
            <a:ext cx="2010401" cy="804672"/>
          </a:xfrm>
          <a:prstGeom prst="rect">
            <a:avLst/>
          </a:prstGeom>
          <a:solidFill>
            <a:srgbClr val="F2F2F2"/>
          </a:solidFill>
          <a:ln>
            <a:noFill/>
          </a:ln>
        </p:spPr>
      </p:sp>
      <p:sp>
        <p:nvSpPr>
          <p:cNvPr id="79" name="Google Shape;79;p49"/>
          <p:cNvSpPr>
            <a:spLocks noGrp="1"/>
          </p:cNvSpPr>
          <p:nvPr>
            <p:ph type="pic" idx="6"/>
          </p:nvPr>
        </p:nvSpPr>
        <p:spPr>
          <a:xfrm>
            <a:off x="7101200" y="3884084"/>
            <a:ext cx="2010401" cy="804672"/>
          </a:xfrm>
          <a:prstGeom prst="rect">
            <a:avLst/>
          </a:prstGeom>
          <a:solidFill>
            <a:srgbClr val="F2F2F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1_slide">
  <p:cSld name="11_slide">
    <p:spTree>
      <p:nvGrpSpPr>
        <p:cNvPr id="1" name="Shape 80"/>
        <p:cNvGrpSpPr/>
        <p:nvPr/>
      </p:nvGrpSpPr>
      <p:grpSpPr>
        <a:xfrm>
          <a:off x="0" y="0"/>
          <a:ext cx="0" cy="0"/>
          <a:chOff x="0" y="0"/>
          <a:chExt cx="0" cy="0"/>
        </a:xfrm>
      </p:grpSpPr>
      <p:sp>
        <p:nvSpPr>
          <p:cNvPr id="81" name="Google Shape;81;p50"/>
          <p:cNvSpPr>
            <a:spLocks noGrp="1"/>
          </p:cNvSpPr>
          <p:nvPr>
            <p:ph type="pic" idx="2"/>
          </p:nvPr>
        </p:nvSpPr>
        <p:spPr>
          <a:xfrm>
            <a:off x="780799" y="1977749"/>
            <a:ext cx="2397440" cy="892514"/>
          </a:xfrm>
          <a:prstGeom prst="rect">
            <a:avLst/>
          </a:prstGeom>
          <a:solidFill>
            <a:srgbClr val="F2F2F2"/>
          </a:solidFill>
          <a:ln>
            <a:noFill/>
          </a:ln>
        </p:spPr>
      </p:sp>
      <p:sp>
        <p:nvSpPr>
          <p:cNvPr id="82" name="Google Shape;82;p50"/>
          <p:cNvSpPr>
            <a:spLocks noGrp="1"/>
          </p:cNvSpPr>
          <p:nvPr>
            <p:ph type="pic" idx="3"/>
          </p:nvPr>
        </p:nvSpPr>
        <p:spPr>
          <a:xfrm>
            <a:off x="3525120" y="1977749"/>
            <a:ext cx="2397440" cy="892514"/>
          </a:xfrm>
          <a:prstGeom prst="rect">
            <a:avLst/>
          </a:prstGeom>
          <a:solidFill>
            <a:srgbClr val="F2F2F2"/>
          </a:solidFill>
          <a:ln>
            <a:noFill/>
          </a:ln>
        </p:spPr>
      </p:sp>
      <p:sp>
        <p:nvSpPr>
          <p:cNvPr id="83" name="Google Shape;83;p50"/>
          <p:cNvSpPr>
            <a:spLocks noGrp="1"/>
          </p:cNvSpPr>
          <p:nvPr>
            <p:ph type="pic" idx="4"/>
          </p:nvPr>
        </p:nvSpPr>
        <p:spPr>
          <a:xfrm>
            <a:off x="6269441" y="1977749"/>
            <a:ext cx="2397440" cy="892514"/>
          </a:xfrm>
          <a:prstGeom prst="rect">
            <a:avLst/>
          </a:prstGeom>
          <a:solidFill>
            <a:srgbClr val="F2F2F2"/>
          </a:solidFill>
          <a:ln>
            <a:noFill/>
          </a:ln>
        </p:spPr>
      </p:sp>
      <p:sp>
        <p:nvSpPr>
          <p:cNvPr id="84" name="Google Shape;84;p50"/>
          <p:cNvSpPr>
            <a:spLocks noGrp="1"/>
          </p:cNvSpPr>
          <p:nvPr>
            <p:ph type="pic" idx="5"/>
          </p:nvPr>
        </p:nvSpPr>
        <p:spPr>
          <a:xfrm>
            <a:off x="9013761" y="1977749"/>
            <a:ext cx="2397440" cy="892514"/>
          </a:xfrm>
          <a:prstGeom prst="rect">
            <a:avLst/>
          </a:prstGeom>
          <a:solidFill>
            <a:srgbClr val="F2F2F2"/>
          </a:solidFill>
          <a:ln>
            <a:noFill/>
          </a:ln>
        </p:spPr>
      </p:sp>
      <p:sp>
        <p:nvSpPr>
          <p:cNvPr id="85" name="Google Shape;85;p50"/>
          <p:cNvSpPr>
            <a:spLocks noGrp="1"/>
          </p:cNvSpPr>
          <p:nvPr>
            <p:ph type="pic" idx="6"/>
          </p:nvPr>
        </p:nvSpPr>
        <p:spPr>
          <a:xfrm>
            <a:off x="780799" y="3236659"/>
            <a:ext cx="2397440" cy="892514"/>
          </a:xfrm>
          <a:prstGeom prst="rect">
            <a:avLst/>
          </a:prstGeom>
          <a:solidFill>
            <a:srgbClr val="F2F2F2"/>
          </a:solidFill>
          <a:ln>
            <a:noFill/>
          </a:ln>
        </p:spPr>
      </p:sp>
      <p:sp>
        <p:nvSpPr>
          <p:cNvPr id="86" name="Google Shape;86;p50"/>
          <p:cNvSpPr>
            <a:spLocks noGrp="1"/>
          </p:cNvSpPr>
          <p:nvPr>
            <p:ph type="pic" idx="7"/>
          </p:nvPr>
        </p:nvSpPr>
        <p:spPr>
          <a:xfrm>
            <a:off x="3525120" y="3236659"/>
            <a:ext cx="2397440" cy="892514"/>
          </a:xfrm>
          <a:prstGeom prst="rect">
            <a:avLst/>
          </a:prstGeom>
          <a:solidFill>
            <a:srgbClr val="F2F2F2"/>
          </a:solidFill>
          <a:ln>
            <a:noFill/>
          </a:ln>
        </p:spPr>
      </p:sp>
      <p:sp>
        <p:nvSpPr>
          <p:cNvPr id="87" name="Google Shape;87;p50"/>
          <p:cNvSpPr>
            <a:spLocks noGrp="1"/>
          </p:cNvSpPr>
          <p:nvPr>
            <p:ph type="pic" idx="8"/>
          </p:nvPr>
        </p:nvSpPr>
        <p:spPr>
          <a:xfrm>
            <a:off x="6269441" y="3236659"/>
            <a:ext cx="2397440" cy="892514"/>
          </a:xfrm>
          <a:prstGeom prst="rect">
            <a:avLst/>
          </a:prstGeom>
          <a:solidFill>
            <a:srgbClr val="F2F2F2"/>
          </a:solidFill>
          <a:ln>
            <a:noFill/>
          </a:ln>
        </p:spPr>
      </p:sp>
      <p:sp>
        <p:nvSpPr>
          <p:cNvPr id="88" name="Google Shape;88;p50"/>
          <p:cNvSpPr>
            <a:spLocks noGrp="1"/>
          </p:cNvSpPr>
          <p:nvPr>
            <p:ph type="pic" idx="9"/>
          </p:nvPr>
        </p:nvSpPr>
        <p:spPr>
          <a:xfrm>
            <a:off x="9013761" y="3236659"/>
            <a:ext cx="2397440" cy="892514"/>
          </a:xfrm>
          <a:prstGeom prst="rect">
            <a:avLst/>
          </a:prstGeom>
          <a:solidFill>
            <a:srgbClr val="F2F2F2"/>
          </a:solidFill>
          <a:ln>
            <a:noFill/>
          </a:ln>
        </p:spPr>
      </p:sp>
      <p:sp>
        <p:nvSpPr>
          <p:cNvPr id="89" name="Google Shape;89;p50"/>
          <p:cNvSpPr>
            <a:spLocks noGrp="1"/>
          </p:cNvSpPr>
          <p:nvPr>
            <p:ph type="pic" idx="13"/>
          </p:nvPr>
        </p:nvSpPr>
        <p:spPr>
          <a:xfrm>
            <a:off x="780799" y="4495568"/>
            <a:ext cx="2397440" cy="892514"/>
          </a:xfrm>
          <a:prstGeom prst="rect">
            <a:avLst/>
          </a:prstGeom>
          <a:solidFill>
            <a:srgbClr val="F2F2F2"/>
          </a:solidFill>
          <a:ln>
            <a:noFill/>
          </a:ln>
        </p:spPr>
      </p:sp>
      <p:sp>
        <p:nvSpPr>
          <p:cNvPr id="90" name="Google Shape;90;p50"/>
          <p:cNvSpPr>
            <a:spLocks noGrp="1"/>
          </p:cNvSpPr>
          <p:nvPr>
            <p:ph type="pic" idx="14"/>
          </p:nvPr>
        </p:nvSpPr>
        <p:spPr>
          <a:xfrm>
            <a:off x="3525120" y="4495568"/>
            <a:ext cx="2397440" cy="892514"/>
          </a:xfrm>
          <a:prstGeom prst="rect">
            <a:avLst/>
          </a:prstGeom>
          <a:solidFill>
            <a:srgbClr val="F2F2F2"/>
          </a:solidFill>
          <a:ln>
            <a:noFill/>
          </a:ln>
        </p:spPr>
      </p:sp>
      <p:sp>
        <p:nvSpPr>
          <p:cNvPr id="91" name="Google Shape;91;p50"/>
          <p:cNvSpPr>
            <a:spLocks noGrp="1"/>
          </p:cNvSpPr>
          <p:nvPr>
            <p:ph type="pic" idx="15"/>
          </p:nvPr>
        </p:nvSpPr>
        <p:spPr>
          <a:xfrm>
            <a:off x="6269441" y="4495568"/>
            <a:ext cx="2397440" cy="892514"/>
          </a:xfrm>
          <a:prstGeom prst="rect">
            <a:avLst/>
          </a:prstGeom>
          <a:solidFill>
            <a:srgbClr val="F2F2F2"/>
          </a:solidFill>
          <a:ln>
            <a:noFill/>
          </a:ln>
        </p:spPr>
      </p:sp>
      <p:sp>
        <p:nvSpPr>
          <p:cNvPr id="92" name="Google Shape;92;p50"/>
          <p:cNvSpPr>
            <a:spLocks noGrp="1"/>
          </p:cNvSpPr>
          <p:nvPr>
            <p:ph type="pic" idx="16"/>
          </p:nvPr>
        </p:nvSpPr>
        <p:spPr>
          <a:xfrm>
            <a:off x="9013761" y="4495568"/>
            <a:ext cx="2397440" cy="892514"/>
          </a:xfrm>
          <a:prstGeom prst="rect">
            <a:avLst/>
          </a:prstGeom>
          <a:solidFill>
            <a:srgbClr val="F2F2F2"/>
          </a:solid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2_slide">
  <p:cSld name="12_slide">
    <p:spTree>
      <p:nvGrpSpPr>
        <p:cNvPr id="1" name="Shape 93"/>
        <p:cNvGrpSpPr/>
        <p:nvPr/>
      </p:nvGrpSpPr>
      <p:grpSpPr>
        <a:xfrm>
          <a:off x="0" y="0"/>
          <a:ext cx="0" cy="0"/>
          <a:chOff x="0" y="0"/>
          <a:chExt cx="0" cy="0"/>
        </a:xfrm>
      </p:grpSpPr>
      <p:sp>
        <p:nvSpPr>
          <p:cNvPr id="94" name="Google Shape;94;p51"/>
          <p:cNvSpPr>
            <a:spLocks noGrp="1"/>
          </p:cNvSpPr>
          <p:nvPr>
            <p:ph type="pic" idx="2"/>
          </p:nvPr>
        </p:nvSpPr>
        <p:spPr>
          <a:xfrm>
            <a:off x="747589" y="1735566"/>
            <a:ext cx="3454687" cy="3999122"/>
          </a:xfrm>
          <a:prstGeom prst="rect">
            <a:avLst/>
          </a:prstGeom>
          <a:solidFill>
            <a:srgbClr val="F2F2F2"/>
          </a:solidFill>
          <a:ln>
            <a:noFill/>
          </a:ln>
        </p:spPr>
      </p:sp>
      <p:sp>
        <p:nvSpPr>
          <p:cNvPr id="95" name="Google Shape;95;p51"/>
          <p:cNvSpPr>
            <a:spLocks noGrp="1"/>
          </p:cNvSpPr>
          <p:nvPr>
            <p:ph type="pic" idx="3"/>
          </p:nvPr>
        </p:nvSpPr>
        <p:spPr>
          <a:xfrm>
            <a:off x="4330279" y="1735566"/>
            <a:ext cx="3454687" cy="3999122"/>
          </a:xfrm>
          <a:prstGeom prst="rect">
            <a:avLst/>
          </a:prstGeom>
          <a:solidFill>
            <a:srgbClr val="F2F2F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3_slide">
  <p:cSld name="13_slide">
    <p:spTree>
      <p:nvGrpSpPr>
        <p:cNvPr id="1" name="Shape 96"/>
        <p:cNvGrpSpPr/>
        <p:nvPr/>
      </p:nvGrpSpPr>
      <p:grpSpPr>
        <a:xfrm>
          <a:off x="0" y="0"/>
          <a:ext cx="0" cy="0"/>
          <a:chOff x="0" y="0"/>
          <a:chExt cx="0" cy="0"/>
        </a:xfrm>
      </p:grpSpPr>
      <p:sp>
        <p:nvSpPr>
          <p:cNvPr id="97" name="Google Shape;97;p52"/>
          <p:cNvSpPr>
            <a:spLocks noGrp="1"/>
          </p:cNvSpPr>
          <p:nvPr>
            <p:ph type="pic" idx="2"/>
          </p:nvPr>
        </p:nvSpPr>
        <p:spPr>
          <a:xfrm>
            <a:off x="7548023" y="-11151"/>
            <a:ext cx="4643977" cy="6869151"/>
          </a:xfrm>
          <a:prstGeom prst="rect">
            <a:avLst/>
          </a:prstGeom>
          <a:solidFill>
            <a:srgbClr val="F2F2F2"/>
          </a:solid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4_slide">
  <p:cSld name="14_slide">
    <p:spTree>
      <p:nvGrpSpPr>
        <p:cNvPr id="1" name="Shape 98"/>
        <p:cNvGrpSpPr/>
        <p:nvPr/>
      </p:nvGrpSpPr>
      <p:grpSpPr>
        <a:xfrm>
          <a:off x="0" y="0"/>
          <a:ext cx="0" cy="0"/>
          <a:chOff x="0" y="0"/>
          <a:chExt cx="0" cy="0"/>
        </a:xfrm>
      </p:grpSpPr>
      <p:sp>
        <p:nvSpPr>
          <p:cNvPr id="99" name="Google Shape;99;p53"/>
          <p:cNvSpPr>
            <a:spLocks noGrp="1"/>
          </p:cNvSpPr>
          <p:nvPr>
            <p:ph type="pic" idx="2"/>
          </p:nvPr>
        </p:nvSpPr>
        <p:spPr>
          <a:xfrm>
            <a:off x="4407323" y="1735566"/>
            <a:ext cx="3454687" cy="3999122"/>
          </a:xfrm>
          <a:prstGeom prst="rect">
            <a:avLst/>
          </a:prstGeom>
          <a:solidFill>
            <a:srgbClr val="F2F2F2"/>
          </a:solidFill>
          <a:ln>
            <a:noFill/>
          </a:ln>
        </p:spPr>
      </p:sp>
      <p:sp>
        <p:nvSpPr>
          <p:cNvPr id="100" name="Google Shape;100;p53"/>
          <p:cNvSpPr>
            <a:spLocks noGrp="1"/>
          </p:cNvSpPr>
          <p:nvPr>
            <p:ph type="pic" idx="3"/>
          </p:nvPr>
        </p:nvSpPr>
        <p:spPr>
          <a:xfrm>
            <a:off x="7990013" y="1735566"/>
            <a:ext cx="3454687" cy="3999122"/>
          </a:xfrm>
          <a:prstGeom prst="rect">
            <a:avLst/>
          </a:prstGeom>
          <a:solidFill>
            <a:srgbClr val="F2F2F2"/>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5_slide">
  <p:cSld name="15_slide">
    <p:spTree>
      <p:nvGrpSpPr>
        <p:cNvPr id="1" name="Shape 101"/>
        <p:cNvGrpSpPr/>
        <p:nvPr/>
      </p:nvGrpSpPr>
      <p:grpSpPr>
        <a:xfrm>
          <a:off x="0" y="0"/>
          <a:ext cx="0" cy="0"/>
          <a:chOff x="0" y="0"/>
          <a:chExt cx="0" cy="0"/>
        </a:xfrm>
      </p:grpSpPr>
      <p:sp>
        <p:nvSpPr>
          <p:cNvPr id="102" name="Google Shape;102;p54"/>
          <p:cNvSpPr>
            <a:spLocks noGrp="1"/>
          </p:cNvSpPr>
          <p:nvPr>
            <p:ph type="pic" idx="2"/>
          </p:nvPr>
        </p:nvSpPr>
        <p:spPr>
          <a:xfrm>
            <a:off x="4379579" y="-11152"/>
            <a:ext cx="7812421" cy="6869151"/>
          </a:xfrm>
          <a:prstGeom prst="rect">
            <a:avLst/>
          </a:prstGeom>
          <a:solidFill>
            <a:srgbClr val="F2F2F2"/>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6_slide">
  <p:cSld name="16_slide">
    <p:spTree>
      <p:nvGrpSpPr>
        <p:cNvPr id="1" name="Shape 103"/>
        <p:cNvGrpSpPr/>
        <p:nvPr/>
      </p:nvGrpSpPr>
      <p:grpSpPr>
        <a:xfrm>
          <a:off x="0" y="0"/>
          <a:ext cx="0" cy="0"/>
          <a:chOff x="0" y="0"/>
          <a:chExt cx="0" cy="0"/>
        </a:xfrm>
      </p:grpSpPr>
      <p:sp>
        <p:nvSpPr>
          <p:cNvPr id="104" name="Google Shape;104;p55"/>
          <p:cNvSpPr>
            <a:spLocks noGrp="1"/>
          </p:cNvSpPr>
          <p:nvPr>
            <p:ph type="pic" idx="2"/>
          </p:nvPr>
        </p:nvSpPr>
        <p:spPr>
          <a:xfrm>
            <a:off x="-2511399" y="1712857"/>
            <a:ext cx="5022797" cy="2891798"/>
          </a:xfrm>
          <a:prstGeom prst="rect">
            <a:avLst/>
          </a:prstGeom>
          <a:solidFill>
            <a:srgbClr val="F2F2F2"/>
          </a:solidFill>
          <a:ln>
            <a:noFill/>
          </a:ln>
        </p:spPr>
      </p:sp>
      <p:sp>
        <p:nvSpPr>
          <p:cNvPr id="105" name="Google Shape;105;p55"/>
          <p:cNvSpPr>
            <a:spLocks noGrp="1"/>
          </p:cNvSpPr>
          <p:nvPr>
            <p:ph type="pic" idx="3"/>
          </p:nvPr>
        </p:nvSpPr>
        <p:spPr>
          <a:xfrm>
            <a:off x="3584600" y="1712857"/>
            <a:ext cx="5022797" cy="2891798"/>
          </a:xfrm>
          <a:prstGeom prst="rect">
            <a:avLst/>
          </a:prstGeom>
          <a:solidFill>
            <a:srgbClr val="F2F2F2"/>
          </a:solidFill>
          <a:ln>
            <a:noFill/>
          </a:ln>
        </p:spPr>
      </p:sp>
      <p:sp>
        <p:nvSpPr>
          <p:cNvPr id="106" name="Google Shape;106;p55"/>
          <p:cNvSpPr>
            <a:spLocks noGrp="1"/>
          </p:cNvSpPr>
          <p:nvPr>
            <p:ph type="pic" idx="4"/>
          </p:nvPr>
        </p:nvSpPr>
        <p:spPr>
          <a:xfrm>
            <a:off x="9680602" y="1712857"/>
            <a:ext cx="5022797" cy="2891798"/>
          </a:xfrm>
          <a:prstGeom prst="rect">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7_slide">
  <p:cSld name="17_slide">
    <p:spTree>
      <p:nvGrpSpPr>
        <p:cNvPr id="1" name="Shape 107"/>
        <p:cNvGrpSpPr/>
        <p:nvPr/>
      </p:nvGrpSpPr>
      <p:grpSpPr>
        <a:xfrm>
          <a:off x="0" y="0"/>
          <a:ext cx="0" cy="0"/>
          <a:chOff x="0" y="0"/>
          <a:chExt cx="0" cy="0"/>
        </a:xfrm>
      </p:grpSpPr>
      <p:sp>
        <p:nvSpPr>
          <p:cNvPr id="108" name="Google Shape;108;p56"/>
          <p:cNvSpPr>
            <a:spLocks noGrp="1"/>
          </p:cNvSpPr>
          <p:nvPr>
            <p:ph type="pic" idx="2"/>
          </p:nvPr>
        </p:nvSpPr>
        <p:spPr>
          <a:xfrm>
            <a:off x="4657688" y="0"/>
            <a:ext cx="6142693" cy="6858000"/>
          </a:xfrm>
          <a:prstGeom prst="rect">
            <a:avLst/>
          </a:prstGeom>
          <a:solidFill>
            <a:srgbClr val="F2F2F2"/>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18_slide">
  <p:cSld name="18_slide">
    <p:spTree>
      <p:nvGrpSpPr>
        <p:cNvPr id="1" name="Shape 109"/>
        <p:cNvGrpSpPr/>
        <p:nvPr/>
      </p:nvGrpSpPr>
      <p:grpSpPr>
        <a:xfrm>
          <a:off x="0" y="0"/>
          <a:ext cx="0" cy="0"/>
          <a:chOff x="0" y="0"/>
          <a:chExt cx="0" cy="0"/>
        </a:xfrm>
      </p:grpSpPr>
      <p:sp>
        <p:nvSpPr>
          <p:cNvPr id="110" name="Google Shape;110;p57"/>
          <p:cNvSpPr>
            <a:spLocks noGrp="1"/>
          </p:cNvSpPr>
          <p:nvPr>
            <p:ph type="pic" idx="2"/>
          </p:nvPr>
        </p:nvSpPr>
        <p:spPr>
          <a:xfrm>
            <a:off x="745783" y="1641727"/>
            <a:ext cx="5435475" cy="4039975"/>
          </a:xfrm>
          <a:prstGeom prst="rect">
            <a:avLst/>
          </a:prstGeom>
          <a:solidFill>
            <a:srgbClr val="F2F2F2"/>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9_slide">
  <p:cSld name="19_slide">
    <p:spTree>
      <p:nvGrpSpPr>
        <p:cNvPr id="1" name="Shape 111"/>
        <p:cNvGrpSpPr/>
        <p:nvPr/>
      </p:nvGrpSpPr>
      <p:grpSpPr>
        <a:xfrm>
          <a:off x="0" y="0"/>
          <a:ext cx="0" cy="0"/>
          <a:chOff x="0" y="0"/>
          <a:chExt cx="0" cy="0"/>
        </a:xfrm>
      </p:grpSpPr>
      <p:sp>
        <p:nvSpPr>
          <p:cNvPr id="112" name="Google Shape;112;p58"/>
          <p:cNvSpPr>
            <a:spLocks noGrp="1"/>
          </p:cNvSpPr>
          <p:nvPr>
            <p:ph type="pic" idx="2"/>
          </p:nvPr>
        </p:nvSpPr>
        <p:spPr>
          <a:xfrm>
            <a:off x="0" y="0"/>
            <a:ext cx="7818066" cy="6869413"/>
          </a:xfrm>
          <a:prstGeom prst="rect">
            <a:avLst/>
          </a:prstGeom>
          <a:solidFill>
            <a:srgbClr val="F2F2F2"/>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0_slide">
  <p:cSld name="20_slide">
    <p:spTree>
      <p:nvGrpSpPr>
        <p:cNvPr id="1" name="Shape 113"/>
        <p:cNvGrpSpPr/>
        <p:nvPr/>
      </p:nvGrpSpPr>
      <p:grpSpPr>
        <a:xfrm>
          <a:off x="0" y="0"/>
          <a:ext cx="0" cy="0"/>
          <a:chOff x="0" y="0"/>
          <a:chExt cx="0" cy="0"/>
        </a:xfrm>
      </p:grpSpPr>
      <p:sp>
        <p:nvSpPr>
          <p:cNvPr id="114" name="Google Shape;114;p59"/>
          <p:cNvSpPr>
            <a:spLocks noGrp="1"/>
          </p:cNvSpPr>
          <p:nvPr>
            <p:ph type="pic" idx="2"/>
          </p:nvPr>
        </p:nvSpPr>
        <p:spPr>
          <a:xfrm>
            <a:off x="6010742" y="1641727"/>
            <a:ext cx="5435475" cy="4039975"/>
          </a:xfrm>
          <a:prstGeom prst="rect">
            <a:avLst/>
          </a:prstGeom>
          <a:solidFill>
            <a:srgbClr val="F2F2F2"/>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1_slide">
  <p:cSld name="21_slide">
    <p:spTree>
      <p:nvGrpSpPr>
        <p:cNvPr id="1" name="Shape 115"/>
        <p:cNvGrpSpPr/>
        <p:nvPr/>
      </p:nvGrpSpPr>
      <p:grpSpPr>
        <a:xfrm>
          <a:off x="0" y="0"/>
          <a:ext cx="0" cy="0"/>
          <a:chOff x="0" y="0"/>
          <a:chExt cx="0" cy="0"/>
        </a:xfrm>
      </p:grpSpPr>
      <p:sp>
        <p:nvSpPr>
          <p:cNvPr id="116" name="Google Shape;116;p60"/>
          <p:cNvSpPr>
            <a:spLocks noGrp="1"/>
          </p:cNvSpPr>
          <p:nvPr>
            <p:ph type="pic" idx="2"/>
          </p:nvPr>
        </p:nvSpPr>
        <p:spPr>
          <a:xfrm>
            <a:off x="3316218" y="0"/>
            <a:ext cx="6142693" cy="6858000"/>
          </a:xfrm>
          <a:prstGeom prst="rect">
            <a:avLst/>
          </a:prstGeom>
          <a:solidFill>
            <a:srgbClr val="F2F2F2"/>
          </a:solidFill>
          <a:ln>
            <a:noFill/>
          </a:ln>
        </p:spPr>
      </p:sp>
      <p:sp>
        <p:nvSpPr>
          <p:cNvPr id="117" name="Google Shape;117;p60"/>
          <p:cNvSpPr>
            <a:spLocks noGrp="1"/>
          </p:cNvSpPr>
          <p:nvPr>
            <p:ph type="pic" idx="3"/>
          </p:nvPr>
        </p:nvSpPr>
        <p:spPr>
          <a:xfrm>
            <a:off x="7541024" y="0"/>
            <a:ext cx="4659195" cy="6858000"/>
          </a:xfrm>
          <a:prstGeom prst="rect">
            <a:avLst/>
          </a:prstGeom>
          <a:solidFill>
            <a:srgbClr val="F2F2F2"/>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22_slide">
  <p:cSld name="22_slide">
    <p:spTree>
      <p:nvGrpSpPr>
        <p:cNvPr id="1" name="Shape 118"/>
        <p:cNvGrpSpPr/>
        <p:nvPr/>
      </p:nvGrpSpPr>
      <p:grpSpPr>
        <a:xfrm>
          <a:off x="0" y="0"/>
          <a:ext cx="0" cy="0"/>
          <a:chOff x="0" y="0"/>
          <a:chExt cx="0" cy="0"/>
        </a:xfrm>
      </p:grpSpPr>
      <p:sp>
        <p:nvSpPr>
          <p:cNvPr id="119" name="Google Shape;119;p61"/>
          <p:cNvSpPr>
            <a:spLocks noGrp="1"/>
          </p:cNvSpPr>
          <p:nvPr>
            <p:ph type="pic" idx="2"/>
          </p:nvPr>
        </p:nvSpPr>
        <p:spPr>
          <a:xfrm>
            <a:off x="2671026" y="-1"/>
            <a:ext cx="3970043" cy="4434836"/>
          </a:xfrm>
          <a:prstGeom prst="rect">
            <a:avLst/>
          </a:prstGeom>
          <a:solidFill>
            <a:srgbClr val="F2F2F2"/>
          </a:solidFill>
          <a:ln>
            <a:noFill/>
          </a:ln>
        </p:spPr>
      </p:sp>
      <p:sp>
        <p:nvSpPr>
          <p:cNvPr id="120" name="Google Shape;120;p61"/>
          <p:cNvSpPr>
            <a:spLocks noGrp="1"/>
          </p:cNvSpPr>
          <p:nvPr>
            <p:ph type="pic" idx="3"/>
          </p:nvPr>
        </p:nvSpPr>
        <p:spPr>
          <a:xfrm>
            <a:off x="5460923" y="-1"/>
            <a:ext cx="3970043" cy="4434836"/>
          </a:xfrm>
          <a:prstGeom prst="rect">
            <a:avLst/>
          </a:prstGeom>
          <a:solidFill>
            <a:srgbClr val="F2F2F2"/>
          </a:solidFill>
          <a:ln>
            <a:noFill/>
          </a:ln>
        </p:spPr>
      </p:sp>
      <p:sp>
        <p:nvSpPr>
          <p:cNvPr id="121" name="Google Shape;121;p61"/>
          <p:cNvSpPr>
            <a:spLocks noGrp="1"/>
          </p:cNvSpPr>
          <p:nvPr>
            <p:ph type="pic" idx="4"/>
          </p:nvPr>
        </p:nvSpPr>
        <p:spPr>
          <a:xfrm>
            <a:off x="8221115" y="-1"/>
            <a:ext cx="3970043" cy="4434836"/>
          </a:xfrm>
          <a:prstGeom prst="rect">
            <a:avLst/>
          </a:prstGeom>
          <a:solidFill>
            <a:srgbClr val="F2F2F2"/>
          </a:solid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23_slide">
  <p:cSld name="23_slide">
    <p:spTree>
      <p:nvGrpSpPr>
        <p:cNvPr id="1" name="Shape 122"/>
        <p:cNvGrpSpPr/>
        <p:nvPr/>
      </p:nvGrpSpPr>
      <p:grpSpPr>
        <a:xfrm>
          <a:off x="0" y="0"/>
          <a:ext cx="0" cy="0"/>
          <a:chOff x="0" y="0"/>
          <a:chExt cx="0" cy="0"/>
        </a:xfrm>
      </p:grpSpPr>
      <p:sp>
        <p:nvSpPr>
          <p:cNvPr id="123" name="Google Shape;123;p62"/>
          <p:cNvSpPr>
            <a:spLocks noGrp="1"/>
          </p:cNvSpPr>
          <p:nvPr>
            <p:ph type="pic" idx="2"/>
          </p:nvPr>
        </p:nvSpPr>
        <p:spPr>
          <a:xfrm>
            <a:off x="7485063" y="627903"/>
            <a:ext cx="2218958" cy="2218380"/>
          </a:xfrm>
          <a:prstGeom prst="rect">
            <a:avLst/>
          </a:prstGeom>
          <a:solidFill>
            <a:srgbClr val="F2F2F2"/>
          </a:solidFill>
          <a:ln>
            <a:noFill/>
          </a:ln>
        </p:spPr>
      </p:sp>
      <p:sp>
        <p:nvSpPr>
          <p:cNvPr id="124" name="Google Shape;124;p62"/>
          <p:cNvSpPr>
            <a:spLocks noGrp="1"/>
          </p:cNvSpPr>
          <p:nvPr>
            <p:ph type="pic" idx="3"/>
          </p:nvPr>
        </p:nvSpPr>
        <p:spPr>
          <a:xfrm>
            <a:off x="8487915" y="2988577"/>
            <a:ext cx="2923285" cy="2922525"/>
          </a:xfrm>
          <a:prstGeom prst="rect">
            <a:avLst/>
          </a:prstGeom>
          <a:solidFill>
            <a:srgbClr val="F2F2F2"/>
          </a:solidFill>
          <a:ln>
            <a:noFill/>
          </a:ln>
        </p:spPr>
      </p:sp>
      <p:sp>
        <p:nvSpPr>
          <p:cNvPr id="125" name="Google Shape;125;p62"/>
          <p:cNvSpPr>
            <a:spLocks noGrp="1"/>
          </p:cNvSpPr>
          <p:nvPr>
            <p:ph type="pic" idx="4"/>
          </p:nvPr>
        </p:nvSpPr>
        <p:spPr>
          <a:xfrm>
            <a:off x="6636696" y="2988577"/>
            <a:ext cx="1697038" cy="1696597"/>
          </a:xfrm>
          <a:prstGeom prst="rect">
            <a:avLst/>
          </a:prstGeom>
          <a:solidFill>
            <a:srgbClr val="F2F2F2"/>
          </a:solid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24_slide">
  <p:cSld name="24_slide">
    <p:spTree>
      <p:nvGrpSpPr>
        <p:cNvPr id="1" name="Shape 126"/>
        <p:cNvGrpSpPr/>
        <p:nvPr/>
      </p:nvGrpSpPr>
      <p:grpSpPr>
        <a:xfrm>
          <a:off x="0" y="0"/>
          <a:ext cx="0" cy="0"/>
          <a:chOff x="0" y="0"/>
          <a:chExt cx="0" cy="0"/>
        </a:xfrm>
      </p:grpSpPr>
      <p:sp>
        <p:nvSpPr>
          <p:cNvPr id="127" name="Google Shape;127;p63"/>
          <p:cNvSpPr>
            <a:spLocks noGrp="1"/>
          </p:cNvSpPr>
          <p:nvPr>
            <p:ph type="pic" idx="2"/>
          </p:nvPr>
        </p:nvSpPr>
        <p:spPr>
          <a:xfrm>
            <a:off x="1765158" y="1616567"/>
            <a:ext cx="1945814" cy="4111559"/>
          </a:xfrm>
          <a:prstGeom prst="rect">
            <a:avLst/>
          </a:prstGeom>
          <a:solidFill>
            <a:srgbClr val="F2F2F2"/>
          </a:solidFill>
          <a:ln>
            <a:noFill/>
          </a:ln>
        </p:spPr>
      </p:sp>
      <p:sp>
        <p:nvSpPr>
          <p:cNvPr id="128" name="Google Shape;128;p63"/>
          <p:cNvSpPr>
            <a:spLocks noGrp="1"/>
          </p:cNvSpPr>
          <p:nvPr>
            <p:ph type="pic" idx="3"/>
          </p:nvPr>
        </p:nvSpPr>
        <p:spPr>
          <a:xfrm>
            <a:off x="5439218" y="1616567"/>
            <a:ext cx="1945814" cy="4111559"/>
          </a:xfrm>
          <a:prstGeom prst="rect">
            <a:avLst/>
          </a:prstGeom>
          <a:solidFill>
            <a:srgbClr val="F2F2F2"/>
          </a:solidFill>
          <a:ln>
            <a:noFill/>
          </a:ln>
        </p:spPr>
      </p:sp>
      <p:sp>
        <p:nvSpPr>
          <p:cNvPr id="129" name="Google Shape;129;p63"/>
          <p:cNvSpPr>
            <a:spLocks noGrp="1"/>
          </p:cNvSpPr>
          <p:nvPr>
            <p:ph type="pic" idx="4"/>
          </p:nvPr>
        </p:nvSpPr>
        <p:spPr>
          <a:xfrm>
            <a:off x="9235754" y="1616567"/>
            <a:ext cx="1945814" cy="4111559"/>
          </a:xfrm>
          <a:prstGeom prst="rect">
            <a:avLst/>
          </a:prstGeom>
          <a:solidFill>
            <a:srgbClr val="F2F2F2"/>
          </a:solid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5_slide">
  <p:cSld name="25_slide">
    <p:spTree>
      <p:nvGrpSpPr>
        <p:cNvPr id="1" name="Shape 130"/>
        <p:cNvGrpSpPr/>
        <p:nvPr/>
      </p:nvGrpSpPr>
      <p:grpSpPr>
        <a:xfrm>
          <a:off x="0" y="0"/>
          <a:ext cx="0" cy="0"/>
          <a:chOff x="0" y="0"/>
          <a:chExt cx="0" cy="0"/>
        </a:xfrm>
      </p:grpSpPr>
      <p:sp>
        <p:nvSpPr>
          <p:cNvPr id="131" name="Google Shape;131;p64"/>
          <p:cNvSpPr>
            <a:spLocks noGrp="1"/>
          </p:cNvSpPr>
          <p:nvPr>
            <p:ph type="pic" idx="2"/>
          </p:nvPr>
        </p:nvSpPr>
        <p:spPr>
          <a:xfrm>
            <a:off x="4833251" y="2099608"/>
            <a:ext cx="2528229" cy="3379817"/>
          </a:xfrm>
          <a:prstGeom prst="rect">
            <a:avLst/>
          </a:prstGeom>
          <a:solidFill>
            <a:srgbClr val="F2F2F2"/>
          </a:solid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6_slide">
  <p:cSld name="26_slide">
    <p:spTree>
      <p:nvGrpSpPr>
        <p:cNvPr id="1" name="Shape 132"/>
        <p:cNvGrpSpPr/>
        <p:nvPr/>
      </p:nvGrpSpPr>
      <p:grpSpPr>
        <a:xfrm>
          <a:off x="0" y="0"/>
          <a:ext cx="0" cy="0"/>
          <a:chOff x="0" y="0"/>
          <a:chExt cx="0" cy="0"/>
        </a:xfrm>
      </p:grpSpPr>
      <p:sp>
        <p:nvSpPr>
          <p:cNvPr id="133" name="Google Shape;133;p65"/>
          <p:cNvSpPr>
            <a:spLocks noGrp="1"/>
          </p:cNvSpPr>
          <p:nvPr>
            <p:ph type="pic" idx="2"/>
          </p:nvPr>
        </p:nvSpPr>
        <p:spPr>
          <a:xfrm>
            <a:off x="1449316" y="2114606"/>
            <a:ext cx="3626150" cy="2266340"/>
          </a:xfrm>
          <a:prstGeom prst="rect">
            <a:avLst/>
          </a:prstGeom>
          <a:solidFill>
            <a:srgbClr val="F2F2F2"/>
          </a:solidFill>
          <a:ln>
            <a:noFill/>
          </a:ln>
        </p:spPr>
      </p:sp>
      <p:sp>
        <p:nvSpPr>
          <p:cNvPr id="134" name="Google Shape;134;p65"/>
          <p:cNvSpPr>
            <a:spLocks noGrp="1"/>
          </p:cNvSpPr>
          <p:nvPr>
            <p:ph type="pic" idx="3"/>
          </p:nvPr>
        </p:nvSpPr>
        <p:spPr>
          <a:xfrm>
            <a:off x="7173347" y="2114606"/>
            <a:ext cx="3626150" cy="2266340"/>
          </a:xfrm>
          <a:prstGeom prst="rect">
            <a:avLst/>
          </a:prstGeom>
          <a:solidFill>
            <a:srgbClr val="F2F2F2"/>
          </a:solidFill>
          <a:ln>
            <a:noFill/>
          </a:ln>
        </p:spPr>
      </p:sp>
      <p:sp>
        <p:nvSpPr>
          <p:cNvPr id="135" name="Google Shape;135;p65"/>
          <p:cNvSpPr>
            <a:spLocks noGrp="1"/>
          </p:cNvSpPr>
          <p:nvPr>
            <p:ph type="pic" idx="4"/>
          </p:nvPr>
        </p:nvSpPr>
        <p:spPr>
          <a:xfrm>
            <a:off x="3825346" y="1769693"/>
            <a:ext cx="4586924" cy="2866822"/>
          </a:xfrm>
          <a:prstGeom prst="rect">
            <a:avLst/>
          </a:prstGeom>
          <a:solidFill>
            <a:srgbClr val="F2F2F2"/>
          </a:solid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28_slide">
  <p:cSld name="28_slide">
    <p:spTree>
      <p:nvGrpSpPr>
        <p:cNvPr id="1" name="Shape 136"/>
        <p:cNvGrpSpPr/>
        <p:nvPr/>
      </p:nvGrpSpPr>
      <p:grpSpPr>
        <a:xfrm>
          <a:off x="0" y="0"/>
          <a:ext cx="0" cy="0"/>
          <a:chOff x="0" y="0"/>
          <a:chExt cx="0" cy="0"/>
        </a:xfrm>
      </p:grpSpPr>
      <p:sp>
        <p:nvSpPr>
          <p:cNvPr id="137" name="Google Shape;137;p66"/>
          <p:cNvSpPr>
            <a:spLocks noGrp="1"/>
          </p:cNvSpPr>
          <p:nvPr>
            <p:ph type="pic" idx="2"/>
          </p:nvPr>
        </p:nvSpPr>
        <p:spPr>
          <a:xfrm>
            <a:off x="-199169" y="2432304"/>
            <a:ext cx="12590339" cy="4599867"/>
          </a:xfrm>
          <a:prstGeom prst="rect">
            <a:avLst/>
          </a:prstGeom>
          <a:solidFill>
            <a:srgbClr val="F2F2F2"/>
          </a:solid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E7B41ED8-AC2E-4560-8CC9-E6292DDF25B6}"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26"/>
        <p:cNvGrpSpPr/>
        <p:nvPr/>
      </p:nvGrpSpPr>
      <p:grpSpPr>
        <a:xfrm>
          <a:off x="0" y="0"/>
          <a:ext cx="0" cy="0"/>
          <a:chOff x="0" y="0"/>
          <a:chExt cx="0" cy="0"/>
        </a:xfrm>
      </p:grpSpPr>
      <p:sp>
        <p:nvSpPr>
          <p:cNvPr id="27" name="Google Shape;27;p159"/>
          <p:cNvSpPr txBox="1"/>
          <p:nvPr/>
        </p:nvSpPr>
        <p:spPr>
          <a:xfrm>
            <a:off x="4380050" y="6591302"/>
            <a:ext cx="3431899" cy="30488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100" b="0" i="1" u="none" strike="noStrike" cap="none">
                <a:solidFill>
                  <a:srgbClr val="000000"/>
                </a:solidFill>
                <a:latin typeface="Arial" panose="020B0604020202020204"/>
                <a:ea typeface="Arial" panose="020B0604020202020204"/>
                <a:cs typeface="Arial" panose="020B0604020202020204"/>
                <a:sym typeface="Arial" panose="020B0604020202020204"/>
              </a:rPr>
              <a:t>Private and Confidential</a:t>
            </a:r>
            <a:endParaRPr sz="1050" i="1"/>
          </a:p>
        </p:txBody>
      </p:sp>
      <p:sp>
        <p:nvSpPr>
          <p:cNvPr id="28" name="Google Shape;28;p159"/>
          <p:cNvSpPr txBox="1"/>
          <p:nvPr/>
        </p:nvSpPr>
        <p:spPr>
          <a:xfrm>
            <a:off x="11059804" y="6561179"/>
            <a:ext cx="1067078" cy="18256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600"/>
              <a:buFont typeface="Arial" panose="020B0604020202020204"/>
              <a:buNone/>
            </a:pPr>
            <a:fld id="{00000000-1234-1234-1234-123412341234}" type="slidenum">
              <a:rPr lang="en-US" sz="11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1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30" name="Google Shape;30;p159"/>
          <p:cNvSpPr txBox="1">
            <a:spLocks noGrp="1"/>
          </p:cNvSpPr>
          <p:nvPr>
            <p:ph type="title"/>
          </p:nvPr>
        </p:nvSpPr>
        <p:spPr>
          <a:xfrm>
            <a:off x="648743" y="28999"/>
            <a:ext cx="10515600" cy="6407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800"/>
              <a:buFont typeface="Arial" panose="020B0604020202020204"/>
              <a:buNone/>
              <a:defRPr sz="2400" b="1" i="0">
                <a:solidFill>
                  <a:srgbClr val="323F4F"/>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6" name="Rectangle 4"/>
          <p:cNvSpPr/>
          <p:nvPr userDrawn="1"/>
        </p:nvSpPr>
        <p:spPr>
          <a:xfrm flipH="1">
            <a:off x="1588" y="214179"/>
            <a:ext cx="560419" cy="270354"/>
          </a:xfrm>
          <a:custGeom>
            <a:avLst/>
            <a:gdLst>
              <a:gd name="connsiteX0" fmla="*/ 0 w 14981402"/>
              <a:gd name="connsiteY0" fmla="*/ 0 h 3987559"/>
              <a:gd name="connsiteX1" fmla="*/ 14981402 w 14981402"/>
              <a:gd name="connsiteY1" fmla="*/ 0 h 3987559"/>
              <a:gd name="connsiteX2" fmla="*/ 14981402 w 14981402"/>
              <a:gd name="connsiteY2" fmla="*/ 3987559 h 3987559"/>
              <a:gd name="connsiteX3" fmla="*/ 0 w 14981402"/>
              <a:gd name="connsiteY3" fmla="*/ 3987559 h 3987559"/>
              <a:gd name="connsiteX4" fmla="*/ 0 w 14981402"/>
              <a:gd name="connsiteY4" fmla="*/ 0 h 3987559"/>
              <a:gd name="connsiteX0-1" fmla="*/ 1261242 w 14981402"/>
              <a:gd name="connsiteY0-2" fmla="*/ 0 h 3987559"/>
              <a:gd name="connsiteX1-3" fmla="*/ 14981402 w 14981402"/>
              <a:gd name="connsiteY1-4" fmla="*/ 0 h 3987559"/>
              <a:gd name="connsiteX2-5" fmla="*/ 14981402 w 14981402"/>
              <a:gd name="connsiteY2-6" fmla="*/ 3987559 h 3987559"/>
              <a:gd name="connsiteX3-7" fmla="*/ 0 w 14981402"/>
              <a:gd name="connsiteY3-8" fmla="*/ 3987559 h 3987559"/>
              <a:gd name="connsiteX4-9" fmla="*/ 1261242 w 14981402"/>
              <a:gd name="connsiteY4-10" fmla="*/ 0 h 3987559"/>
              <a:gd name="connsiteX0-11" fmla="*/ 1229711 w 14981402"/>
              <a:gd name="connsiteY0-12" fmla="*/ 0 h 3987559"/>
              <a:gd name="connsiteX1-13" fmla="*/ 14981402 w 14981402"/>
              <a:gd name="connsiteY1-14" fmla="*/ 0 h 3987559"/>
              <a:gd name="connsiteX2-15" fmla="*/ 14981402 w 14981402"/>
              <a:gd name="connsiteY2-16" fmla="*/ 3987559 h 3987559"/>
              <a:gd name="connsiteX3-17" fmla="*/ 0 w 14981402"/>
              <a:gd name="connsiteY3-18" fmla="*/ 3987559 h 3987559"/>
              <a:gd name="connsiteX4-19" fmla="*/ 1229711 w 14981402"/>
              <a:gd name="connsiteY4-20" fmla="*/ 0 h 3987559"/>
              <a:gd name="connsiteX0-21" fmla="*/ 2516033 w 16267724"/>
              <a:gd name="connsiteY0-22" fmla="*/ 0 h 3987559"/>
              <a:gd name="connsiteX1-23" fmla="*/ 16267724 w 16267724"/>
              <a:gd name="connsiteY1-24" fmla="*/ 0 h 3987559"/>
              <a:gd name="connsiteX2-25" fmla="*/ 16267724 w 16267724"/>
              <a:gd name="connsiteY2-26" fmla="*/ 3987559 h 3987559"/>
              <a:gd name="connsiteX3-27" fmla="*/ 0 w 16267724"/>
              <a:gd name="connsiteY3-28" fmla="*/ 3987559 h 3987559"/>
              <a:gd name="connsiteX4-29" fmla="*/ 2516033 w 16267724"/>
              <a:gd name="connsiteY4-30" fmla="*/ 0 h 3987559"/>
              <a:gd name="connsiteX0-31" fmla="*/ -1 w 13751690"/>
              <a:gd name="connsiteY0-32" fmla="*/ 0 h 3987559"/>
              <a:gd name="connsiteX1-33" fmla="*/ 13751690 w 13751690"/>
              <a:gd name="connsiteY1-34" fmla="*/ 0 h 3987559"/>
              <a:gd name="connsiteX2-35" fmla="*/ 13751690 w 13751690"/>
              <a:gd name="connsiteY2-36" fmla="*/ 3987559 h 3987559"/>
              <a:gd name="connsiteX3-37" fmla="*/ 354838 w 13751690"/>
              <a:gd name="connsiteY3-38" fmla="*/ 3226202 h 3987559"/>
              <a:gd name="connsiteX4-39" fmla="*/ -1 w 13751690"/>
              <a:gd name="connsiteY4-40" fmla="*/ 0 h 3987559"/>
              <a:gd name="connsiteX0-41" fmla="*/ 2409708 w 16161399"/>
              <a:gd name="connsiteY0-42" fmla="*/ 0 h 3987559"/>
              <a:gd name="connsiteX1-43" fmla="*/ 16161399 w 16161399"/>
              <a:gd name="connsiteY1-44" fmla="*/ 0 h 3987559"/>
              <a:gd name="connsiteX2-45" fmla="*/ 16161399 w 16161399"/>
              <a:gd name="connsiteY2-46" fmla="*/ 3987559 h 3987559"/>
              <a:gd name="connsiteX3-47" fmla="*/ 0 w 16161399"/>
              <a:gd name="connsiteY3-48" fmla="*/ 3960361 h 3987559"/>
              <a:gd name="connsiteX4-49" fmla="*/ 2409708 w 16161399"/>
              <a:gd name="connsiteY4-50" fmla="*/ 0 h 39875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161399" h="3987559">
                <a:moveTo>
                  <a:pt x="2409708" y="0"/>
                </a:moveTo>
                <a:lnTo>
                  <a:pt x="16161399" y="0"/>
                </a:lnTo>
                <a:lnTo>
                  <a:pt x="16161399" y="3987559"/>
                </a:lnTo>
                <a:lnTo>
                  <a:pt x="0" y="3960361"/>
                </a:lnTo>
                <a:lnTo>
                  <a:pt x="2409708" y="0"/>
                </a:lnTo>
                <a:close/>
              </a:path>
            </a:pathLst>
          </a:custGeom>
          <a:solidFill>
            <a:srgbClr val="19A7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sym typeface="Arial" panose="020B0604020202020204"/>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 22">
  <p:cSld name="Title - 22">
    <p:spTree>
      <p:nvGrpSpPr>
        <p:cNvPr id="1" name="Shape 145"/>
        <p:cNvGrpSpPr/>
        <p:nvPr/>
      </p:nvGrpSpPr>
      <p:grpSpPr>
        <a:xfrm>
          <a:off x="0" y="0"/>
          <a:ext cx="0" cy="0"/>
          <a:chOff x="0" y="0"/>
          <a:chExt cx="0" cy="0"/>
        </a:xfrm>
      </p:grpSpPr>
      <p:sp>
        <p:nvSpPr>
          <p:cNvPr id="146" name="Google Shape;146;p36"/>
          <p:cNvSpPr txBox="1"/>
          <p:nvPr/>
        </p:nvSpPr>
        <p:spPr>
          <a:xfrm>
            <a:off x="4320462" y="6408739"/>
            <a:ext cx="3431899" cy="30488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Private and Confidential</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7" name="Google Shape;147;p36"/>
          <p:cNvSpPr txBox="1"/>
          <p:nvPr/>
        </p:nvSpPr>
        <p:spPr>
          <a:xfrm>
            <a:off x="10849294" y="6408739"/>
            <a:ext cx="1067078" cy="182563"/>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48" name="Google Shape;148;p36"/>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149" name="Google Shape;149;p36"/>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cap="none">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50" name="Google Shape;150;p36"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tle 22">
  <p:cSld name="tittle 22">
    <p:spTree>
      <p:nvGrpSpPr>
        <p:cNvPr id="1" name="Shape 151"/>
        <p:cNvGrpSpPr/>
        <p:nvPr/>
      </p:nvGrpSpPr>
      <p:grpSpPr>
        <a:xfrm>
          <a:off x="0" y="0"/>
          <a:ext cx="0" cy="0"/>
          <a:chOff x="0" y="0"/>
          <a:chExt cx="0" cy="0"/>
        </a:xfrm>
      </p:grpSpPr>
      <p:sp>
        <p:nvSpPr>
          <p:cNvPr id="152" name="Google Shape;152;p67"/>
          <p:cNvSpPr txBox="1">
            <a:spLocks noGrp="1"/>
          </p:cNvSpPr>
          <p:nvPr>
            <p:ph type="title"/>
          </p:nvPr>
        </p:nvSpPr>
        <p:spPr>
          <a:xfrm>
            <a:off x="838201" y="365126"/>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67"/>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67"/>
          <p:cNvSpPr txBox="1">
            <a:spLocks noGrp="1"/>
          </p:cNvSpPr>
          <p:nvPr>
            <p:ph type="ftr" idx="11"/>
          </p:nvPr>
        </p:nvSpPr>
        <p:spPr>
          <a:xfrm>
            <a:off x="4038601"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67"/>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156" name="Google Shape;156;p67"/>
          <p:cNvSpPr txBox="1">
            <a:spLocks noGrp="1"/>
          </p:cNvSpPr>
          <p:nvPr>
            <p:ph type="body" idx="1"/>
          </p:nvPr>
        </p:nvSpPr>
        <p:spPr>
          <a:xfrm>
            <a:off x="4403725" y="1082675"/>
            <a:ext cx="914400" cy="9144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157"/>
        <p:cNvGrpSpPr/>
        <p:nvPr/>
      </p:nvGrpSpPr>
      <p:grpSpPr>
        <a:xfrm>
          <a:off x="0" y="0"/>
          <a:ext cx="0" cy="0"/>
          <a:chOff x="0" y="0"/>
          <a:chExt cx="0" cy="0"/>
        </a:xfrm>
      </p:grpSpPr>
      <p:sp>
        <p:nvSpPr>
          <p:cNvPr id="158" name="Google Shape;158;p68"/>
          <p:cNvSpPr>
            <a:spLocks noGrp="1"/>
          </p:cNvSpPr>
          <p:nvPr>
            <p:ph type="media" idx="2"/>
          </p:nvPr>
        </p:nvSpPr>
        <p:spPr>
          <a:xfrm>
            <a:off x="874610" y="1346252"/>
            <a:ext cx="9921875" cy="478948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59" name="Google Shape;159;p68"/>
          <p:cNvSpPr txBox="1">
            <a:spLocks noGrp="1"/>
          </p:cNvSpPr>
          <p:nvPr>
            <p:ph type="title"/>
          </p:nvPr>
        </p:nvSpPr>
        <p:spPr>
          <a:xfrm>
            <a:off x="874610" y="443784"/>
            <a:ext cx="10515600" cy="5787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68"/>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
        <p:nvSpPr>
          <p:cNvPr id="161" name="Google Shape;161;p68"/>
          <p:cNvSpPr/>
          <p:nvPr/>
        </p:nvSpPr>
        <p:spPr>
          <a:xfrm>
            <a:off x="5281257" y="3244334"/>
            <a:ext cx="162948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TABLE SLIDE</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pic>
        <p:nvPicPr>
          <p:cNvPr id="162" name="Google Shape;162;p68"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163"/>
        <p:cNvGrpSpPr/>
        <p:nvPr/>
      </p:nvGrpSpPr>
      <p:grpSpPr>
        <a:xfrm>
          <a:off x="0" y="0"/>
          <a:ext cx="0" cy="0"/>
          <a:chOff x="0" y="0"/>
          <a:chExt cx="0" cy="0"/>
        </a:xfrm>
      </p:grpSpPr>
      <p:sp>
        <p:nvSpPr>
          <p:cNvPr id="164" name="Google Shape;164;p69"/>
          <p:cNvSpPr>
            <a:spLocks noGrp="1"/>
          </p:cNvSpPr>
          <p:nvPr>
            <p:ph type="pic" idx="2"/>
          </p:nvPr>
        </p:nvSpPr>
        <p:spPr>
          <a:xfrm>
            <a:off x="-199169" y="-174171"/>
            <a:ext cx="12590339" cy="7206342"/>
          </a:xfrm>
          <a:prstGeom prst="rect">
            <a:avLst/>
          </a:prstGeom>
          <a:solidFill>
            <a:srgbClr val="F2F2F2"/>
          </a:solid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lide">
  <p:cSld name="slide">
    <p:spTree>
      <p:nvGrpSpPr>
        <p:cNvPr id="1" name="Shape 165"/>
        <p:cNvGrpSpPr/>
        <p:nvPr/>
      </p:nvGrpSpPr>
      <p:grpSpPr>
        <a:xfrm>
          <a:off x="0" y="0"/>
          <a:ext cx="0" cy="0"/>
          <a:chOff x="0" y="0"/>
          <a:chExt cx="0" cy="0"/>
        </a:xfrm>
      </p:grpSpPr>
      <p:sp>
        <p:nvSpPr>
          <p:cNvPr id="166" name="Google Shape;166;p70"/>
          <p:cNvSpPr>
            <a:spLocks noGrp="1"/>
          </p:cNvSpPr>
          <p:nvPr>
            <p:ph type="pic" idx="2"/>
          </p:nvPr>
        </p:nvSpPr>
        <p:spPr>
          <a:xfrm>
            <a:off x="3978704" y="-174171"/>
            <a:ext cx="8412466" cy="7206342"/>
          </a:xfrm>
          <a:prstGeom prst="rect">
            <a:avLst/>
          </a:prstGeom>
          <a:solidFill>
            <a:srgbClr val="F2F2F2"/>
          </a:solidFill>
          <a:ln>
            <a:noFill/>
          </a:ln>
        </p:spPr>
      </p:sp>
      <p:sp>
        <p:nvSpPr>
          <p:cNvPr id="167" name="Google Shape;167;p70"/>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_slide">
  <p:cSld name="1_slide">
    <p:spTree>
      <p:nvGrpSpPr>
        <p:cNvPr id="1" name="Shape 168"/>
        <p:cNvGrpSpPr/>
        <p:nvPr/>
      </p:nvGrpSpPr>
      <p:grpSpPr>
        <a:xfrm>
          <a:off x="0" y="0"/>
          <a:ext cx="0" cy="0"/>
          <a:chOff x="0" y="0"/>
          <a:chExt cx="0" cy="0"/>
        </a:xfrm>
      </p:grpSpPr>
      <p:sp>
        <p:nvSpPr>
          <p:cNvPr id="169" name="Google Shape;169;p71"/>
          <p:cNvSpPr>
            <a:spLocks noGrp="1"/>
          </p:cNvSpPr>
          <p:nvPr>
            <p:ph type="pic" idx="2"/>
          </p:nvPr>
        </p:nvSpPr>
        <p:spPr>
          <a:xfrm>
            <a:off x="-199169" y="-174171"/>
            <a:ext cx="12590339" cy="4288971"/>
          </a:xfrm>
          <a:prstGeom prst="rect">
            <a:avLst/>
          </a:prstGeom>
          <a:solidFill>
            <a:srgbClr val="F2F2F2"/>
          </a:solidFill>
          <a:ln>
            <a:noFill/>
          </a:ln>
        </p:spPr>
      </p:sp>
      <p:sp>
        <p:nvSpPr>
          <p:cNvPr id="170" name="Google Shape;170;p71"/>
          <p:cNvSpPr txBox="1">
            <a:spLocks noGrp="1"/>
          </p:cNvSpPr>
          <p:nvPr>
            <p:ph type="body" idx="1"/>
          </p:nvPr>
        </p:nvSpPr>
        <p:spPr>
          <a:xfrm>
            <a:off x="1215840" y="4367129"/>
            <a:ext cx="10421727" cy="21660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2_slide">
  <p:cSld name="2_slide">
    <p:spTree>
      <p:nvGrpSpPr>
        <p:cNvPr id="1" name="Shape 171"/>
        <p:cNvGrpSpPr/>
        <p:nvPr/>
      </p:nvGrpSpPr>
      <p:grpSpPr>
        <a:xfrm>
          <a:off x="0" y="0"/>
          <a:ext cx="0" cy="0"/>
          <a:chOff x="0" y="0"/>
          <a:chExt cx="0" cy="0"/>
        </a:xfrm>
      </p:grpSpPr>
      <p:sp>
        <p:nvSpPr>
          <p:cNvPr id="172" name="Google Shape;172;p72"/>
          <p:cNvSpPr>
            <a:spLocks noGrp="1"/>
          </p:cNvSpPr>
          <p:nvPr>
            <p:ph type="pic" idx="2"/>
          </p:nvPr>
        </p:nvSpPr>
        <p:spPr>
          <a:xfrm>
            <a:off x="3576130" y="2940877"/>
            <a:ext cx="1389961" cy="1389597"/>
          </a:xfrm>
          <a:prstGeom prst="ellipse">
            <a:avLst/>
          </a:prstGeom>
          <a:solidFill>
            <a:srgbClr val="F2F2F2"/>
          </a:solidFill>
          <a:ln>
            <a:noFill/>
          </a:ln>
        </p:spPr>
      </p:sp>
      <p:sp>
        <p:nvSpPr>
          <p:cNvPr id="173" name="Google Shape;173;p72"/>
          <p:cNvSpPr>
            <a:spLocks noGrp="1"/>
          </p:cNvSpPr>
          <p:nvPr>
            <p:ph type="pic" idx="3"/>
          </p:nvPr>
        </p:nvSpPr>
        <p:spPr>
          <a:xfrm>
            <a:off x="4492911" y="1447800"/>
            <a:ext cx="1389961" cy="1389597"/>
          </a:xfrm>
          <a:prstGeom prst="ellipse">
            <a:avLst/>
          </a:prstGeom>
          <a:solidFill>
            <a:srgbClr val="F2F2F2"/>
          </a:solidFill>
          <a:ln>
            <a:noFill/>
          </a:ln>
        </p:spPr>
      </p:sp>
      <p:sp>
        <p:nvSpPr>
          <p:cNvPr id="174" name="Google Shape;174;p72"/>
          <p:cNvSpPr>
            <a:spLocks noGrp="1"/>
          </p:cNvSpPr>
          <p:nvPr>
            <p:ph type="pic" idx="4"/>
          </p:nvPr>
        </p:nvSpPr>
        <p:spPr>
          <a:xfrm>
            <a:off x="6309129" y="1447800"/>
            <a:ext cx="1389961" cy="1389597"/>
          </a:xfrm>
          <a:prstGeom prst="ellipse">
            <a:avLst/>
          </a:prstGeom>
          <a:solidFill>
            <a:srgbClr val="F2F2F2"/>
          </a:solidFill>
          <a:ln>
            <a:noFill/>
          </a:ln>
        </p:spPr>
      </p:sp>
      <p:sp>
        <p:nvSpPr>
          <p:cNvPr id="175" name="Google Shape;175;p72"/>
          <p:cNvSpPr>
            <a:spLocks noGrp="1"/>
          </p:cNvSpPr>
          <p:nvPr>
            <p:ph type="pic" idx="5"/>
          </p:nvPr>
        </p:nvSpPr>
        <p:spPr>
          <a:xfrm>
            <a:off x="4492911" y="4433954"/>
            <a:ext cx="1389961" cy="1389597"/>
          </a:xfrm>
          <a:prstGeom prst="ellipse">
            <a:avLst/>
          </a:prstGeom>
          <a:solidFill>
            <a:srgbClr val="F2F2F2"/>
          </a:solidFill>
          <a:ln>
            <a:noFill/>
          </a:ln>
        </p:spPr>
      </p:sp>
      <p:sp>
        <p:nvSpPr>
          <p:cNvPr id="176" name="Google Shape;176;p72"/>
          <p:cNvSpPr>
            <a:spLocks noGrp="1"/>
          </p:cNvSpPr>
          <p:nvPr>
            <p:ph type="pic" idx="6"/>
          </p:nvPr>
        </p:nvSpPr>
        <p:spPr>
          <a:xfrm>
            <a:off x="6309129" y="4433954"/>
            <a:ext cx="1389961" cy="1389597"/>
          </a:xfrm>
          <a:prstGeom prst="ellipse">
            <a:avLst/>
          </a:prstGeom>
          <a:solidFill>
            <a:srgbClr val="F2F2F2"/>
          </a:solidFill>
          <a:ln>
            <a:noFill/>
          </a:ln>
        </p:spPr>
      </p:sp>
      <p:sp>
        <p:nvSpPr>
          <p:cNvPr id="177" name="Google Shape;177;p72"/>
          <p:cNvSpPr>
            <a:spLocks noGrp="1"/>
          </p:cNvSpPr>
          <p:nvPr>
            <p:ph type="pic" idx="7"/>
          </p:nvPr>
        </p:nvSpPr>
        <p:spPr>
          <a:xfrm>
            <a:off x="7225909" y="2940877"/>
            <a:ext cx="1389961" cy="1389597"/>
          </a:xfrm>
          <a:prstGeom prst="ellipse">
            <a:avLst/>
          </a:prstGeom>
          <a:solidFill>
            <a:srgbClr val="F2F2F2"/>
          </a:solid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3_slide">
  <p:cSld name="3_slide">
    <p:spTree>
      <p:nvGrpSpPr>
        <p:cNvPr id="1" name="Shape 178"/>
        <p:cNvGrpSpPr/>
        <p:nvPr/>
      </p:nvGrpSpPr>
      <p:grpSpPr>
        <a:xfrm>
          <a:off x="0" y="0"/>
          <a:ext cx="0" cy="0"/>
          <a:chOff x="0" y="0"/>
          <a:chExt cx="0" cy="0"/>
        </a:xfrm>
      </p:grpSpPr>
      <p:sp>
        <p:nvSpPr>
          <p:cNvPr id="179" name="Google Shape;179;p73"/>
          <p:cNvSpPr>
            <a:spLocks noGrp="1"/>
          </p:cNvSpPr>
          <p:nvPr>
            <p:ph type="pic" idx="2"/>
          </p:nvPr>
        </p:nvSpPr>
        <p:spPr>
          <a:xfrm>
            <a:off x="2237975" y="4303749"/>
            <a:ext cx="1333651" cy="1333302"/>
          </a:xfrm>
          <a:prstGeom prst="ellipse">
            <a:avLst/>
          </a:prstGeom>
          <a:solidFill>
            <a:srgbClr val="F2F2F2"/>
          </a:solidFill>
          <a:ln>
            <a:noFill/>
          </a:ln>
        </p:spPr>
      </p:sp>
      <p:sp>
        <p:nvSpPr>
          <p:cNvPr id="180" name="Google Shape;180;p73"/>
          <p:cNvSpPr>
            <a:spLocks noGrp="1"/>
          </p:cNvSpPr>
          <p:nvPr>
            <p:ph type="pic" idx="3"/>
          </p:nvPr>
        </p:nvSpPr>
        <p:spPr>
          <a:xfrm>
            <a:off x="3457115" y="3122288"/>
            <a:ext cx="1333651" cy="1333302"/>
          </a:xfrm>
          <a:prstGeom prst="ellipse">
            <a:avLst/>
          </a:prstGeom>
          <a:solidFill>
            <a:srgbClr val="F2F2F2"/>
          </a:solidFill>
          <a:ln>
            <a:noFill/>
          </a:ln>
        </p:spPr>
      </p:sp>
      <p:sp>
        <p:nvSpPr>
          <p:cNvPr id="181" name="Google Shape;181;p73"/>
          <p:cNvSpPr>
            <a:spLocks noGrp="1"/>
          </p:cNvSpPr>
          <p:nvPr>
            <p:ph type="pic" idx="4"/>
          </p:nvPr>
        </p:nvSpPr>
        <p:spPr>
          <a:xfrm>
            <a:off x="4624057" y="1959965"/>
            <a:ext cx="1333651" cy="1333302"/>
          </a:xfrm>
          <a:prstGeom prst="ellipse">
            <a:avLst/>
          </a:prstGeom>
          <a:solidFill>
            <a:srgbClr val="F2F2F2"/>
          </a:solidFill>
          <a:ln>
            <a:noFill/>
          </a:ln>
        </p:spPr>
      </p:sp>
      <p:sp>
        <p:nvSpPr>
          <p:cNvPr id="182" name="Google Shape;182;p73"/>
          <p:cNvSpPr>
            <a:spLocks noGrp="1"/>
          </p:cNvSpPr>
          <p:nvPr>
            <p:ph type="pic" idx="5"/>
          </p:nvPr>
        </p:nvSpPr>
        <p:spPr>
          <a:xfrm>
            <a:off x="5790998" y="784547"/>
            <a:ext cx="1333651" cy="1333302"/>
          </a:xfrm>
          <a:prstGeom prst="ellipse">
            <a:avLst/>
          </a:prstGeom>
          <a:solidFill>
            <a:srgbClr val="F2F2F2"/>
          </a:solid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4_slide">
  <p:cSld name="4_slide">
    <p:spTree>
      <p:nvGrpSpPr>
        <p:cNvPr id="1" name="Shape 183"/>
        <p:cNvGrpSpPr/>
        <p:nvPr/>
      </p:nvGrpSpPr>
      <p:grpSpPr>
        <a:xfrm>
          <a:off x="0" y="0"/>
          <a:ext cx="0" cy="0"/>
          <a:chOff x="0" y="0"/>
          <a:chExt cx="0" cy="0"/>
        </a:xfrm>
      </p:grpSpPr>
      <p:sp>
        <p:nvSpPr>
          <p:cNvPr id="184" name="Google Shape;184;p74"/>
          <p:cNvSpPr>
            <a:spLocks noGrp="1"/>
          </p:cNvSpPr>
          <p:nvPr>
            <p:ph type="pic" idx="2"/>
          </p:nvPr>
        </p:nvSpPr>
        <p:spPr>
          <a:xfrm>
            <a:off x="-199169" y="2514600"/>
            <a:ext cx="12590339" cy="4517571"/>
          </a:xfrm>
          <a:prstGeom prst="rect">
            <a:avLst/>
          </a:prstGeom>
          <a:solidFill>
            <a:srgbClr val="F2F2F2"/>
          </a:solidFill>
          <a:ln>
            <a:noFill/>
          </a:ln>
        </p:spPr>
      </p:sp>
      <p:sp>
        <p:nvSpPr>
          <p:cNvPr id="185" name="Google Shape;185;p74"/>
          <p:cNvSpPr>
            <a:spLocks noGrp="1"/>
          </p:cNvSpPr>
          <p:nvPr>
            <p:ph type="pic" idx="3"/>
          </p:nvPr>
        </p:nvSpPr>
        <p:spPr>
          <a:xfrm>
            <a:off x="1428209" y="1579564"/>
            <a:ext cx="1870562" cy="1870072"/>
          </a:xfrm>
          <a:prstGeom prst="ellipse">
            <a:avLst/>
          </a:prstGeom>
          <a:solidFill>
            <a:srgbClr val="F2F2F2"/>
          </a:solidFill>
          <a:ln>
            <a:noFill/>
          </a:ln>
        </p:spPr>
      </p:sp>
      <p:sp>
        <p:nvSpPr>
          <p:cNvPr id="186" name="Google Shape;186;p74"/>
          <p:cNvSpPr>
            <a:spLocks noGrp="1"/>
          </p:cNvSpPr>
          <p:nvPr>
            <p:ph type="pic" idx="4"/>
          </p:nvPr>
        </p:nvSpPr>
        <p:spPr>
          <a:xfrm>
            <a:off x="5160720" y="1579564"/>
            <a:ext cx="1870562" cy="1870072"/>
          </a:xfrm>
          <a:prstGeom prst="ellipse">
            <a:avLst/>
          </a:prstGeom>
          <a:solidFill>
            <a:srgbClr val="F2F2F2"/>
          </a:solidFill>
          <a:ln>
            <a:noFill/>
          </a:ln>
        </p:spPr>
      </p:sp>
      <p:sp>
        <p:nvSpPr>
          <p:cNvPr id="187" name="Google Shape;187;p74"/>
          <p:cNvSpPr>
            <a:spLocks noGrp="1"/>
          </p:cNvSpPr>
          <p:nvPr>
            <p:ph type="pic" idx="5"/>
          </p:nvPr>
        </p:nvSpPr>
        <p:spPr>
          <a:xfrm>
            <a:off x="8893230" y="1579564"/>
            <a:ext cx="1870562" cy="1870072"/>
          </a:xfrm>
          <a:prstGeom prst="ellipse">
            <a:avLst/>
          </a:prstGeom>
          <a:solidFill>
            <a:srgbClr val="F2F2F2"/>
          </a:solidFill>
          <a:ln>
            <a:noFill/>
          </a:ln>
        </p:spPr>
      </p:sp>
      <p:pic>
        <p:nvPicPr>
          <p:cNvPr id="188" name="Google Shape;188;p74"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5_slide">
  <p:cSld name="5_slide">
    <p:spTree>
      <p:nvGrpSpPr>
        <p:cNvPr id="1" name="Shape 189"/>
        <p:cNvGrpSpPr/>
        <p:nvPr/>
      </p:nvGrpSpPr>
      <p:grpSpPr>
        <a:xfrm>
          <a:off x="0" y="0"/>
          <a:ext cx="0" cy="0"/>
          <a:chOff x="0" y="0"/>
          <a:chExt cx="0" cy="0"/>
        </a:xfrm>
      </p:grpSpPr>
      <p:sp>
        <p:nvSpPr>
          <p:cNvPr id="190" name="Google Shape;190;p75"/>
          <p:cNvSpPr>
            <a:spLocks noGrp="1"/>
          </p:cNvSpPr>
          <p:nvPr>
            <p:ph type="pic" idx="2"/>
          </p:nvPr>
        </p:nvSpPr>
        <p:spPr>
          <a:xfrm>
            <a:off x="5222862" y="0"/>
            <a:ext cx="6969138" cy="6858000"/>
          </a:xfrm>
          <a:prstGeom prst="rect">
            <a:avLst/>
          </a:prstGeom>
          <a:solidFill>
            <a:srgbClr val="F2F2F2"/>
          </a:solid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6_slide">
  <p:cSld name="6_slide">
    <p:spTree>
      <p:nvGrpSpPr>
        <p:cNvPr id="1" name="Shape 191"/>
        <p:cNvGrpSpPr/>
        <p:nvPr/>
      </p:nvGrpSpPr>
      <p:grpSpPr>
        <a:xfrm>
          <a:off x="0" y="0"/>
          <a:ext cx="0" cy="0"/>
          <a:chOff x="0" y="0"/>
          <a:chExt cx="0" cy="0"/>
        </a:xfrm>
      </p:grpSpPr>
      <p:sp>
        <p:nvSpPr>
          <p:cNvPr id="192" name="Google Shape;192;p76"/>
          <p:cNvSpPr>
            <a:spLocks noGrp="1"/>
          </p:cNvSpPr>
          <p:nvPr>
            <p:ph type="pic" idx="2"/>
          </p:nvPr>
        </p:nvSpPr>
        <p:spPr>
          <a:xfrm>
            <a:off x="713116" y="2066599"/>
            <a:ext cx="1333653" cy="1333303"/>
          </a:xfrm>
          <a:prstGeom prst="ellipse">
            <a:avLst/>
          </a:prstGeom>
          <a:solidFill>
            <a:srgbClr val="F2F2F2"/>
          </a:solidFill>
          <a:ln>
            <a:noFill/>
          </a:ln>
        </p:spPr>
      </p:sp>
      <p:sp>
        <p:nvSpPr>
          <p:cNvPr id="193" name="Google Shape;193;p76"/>
          <p:cNvSpPr>
            <a:spLocks noGrp="1"/>
          </p:cNvSpPr>
          <p:nvPr>
            <p:ph type="pic" idx="3"/>
          </p:nvPr>
        </p:nvSpPr>
        <p:spPr>
          <a:xfrm>
            <a:off x="713119" y="3890151"/>
            <a:ext cx="1333648" cy="1333299"/>
          </a:xfrm>
          <a:prstGeom prst="ellipse">
            <a:avLst/>
          </a:prstGeom>
          <a:solidFill>
            <a:srgbClr val="F2F2F2"/>
          </a:solidFill>
          <a:ln>
            <a:noFill/>
          </a:ln>
        </p:spPr>
      </p:sp>
      <p:sp>
        <p:nvSpPr>
          <p:cNvPr id="194" name="Google Shape;194;p76"/>
          <p:cNvSpPr>
            <a:spLocks noGrp="1"/>
          </p:cNvSpPr>
          <p:nvPr>
            <p:ph type="pic" idx="4"/>
          </p:nvPr>
        </p:nvSpPr>
        <p:spPr>
          <a:xfrm>
            <a:off x="6589152" y="2066599"/>
            <a:ext cx="1333653" cy="1333303"/>
          </a:xfrm>
          <a:prstGeom prst="ellipse">
            <a:avLst/>
          </a:prstGeom>
          <a:solidFill>
            <a:srgbClr val="F2F2F2"/>
          </a:solidFill>
          <a:ln>
            <a:noFill/>
          </a:ln>
        </p:spPr>
      </p:sp>
      <p:sp>
        <p:nvSpPr>
          <p:cNvPr id="195" name="Google Shape;195;p76"/>
          <p:cNvSpPr>
            <a:spLocks noGrp="1"/>
          </p:cNvSpPr>
          <p:nvPr>
            <p:ph type="pic" idx="5"/>
          </p:nvPr>
        </p:nvSpPr>
        <p:spPr>
          <a:xfrm>
            <a:off x="6589155" y="3890151"/>
            <a:ext cx="1333648" cy="1333299"/>
          </a:xfrm>
          <a:prstGeom prst="ellipse">
            <a:avLst/>
          </a:prstGeom>
          <a:solidFill>
            <a:srgbClr val="F2F2F2"/>
          </a:solid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7_slide">
  <p:cSld name="7_slide">
    <p:spTree>
      <p:nvGrpSpPr>
        <p:cNvPr id="1" name="Shape 196"/>
        <p:cNvGrpSpPr/>
        <p:nvPr/>
      </p:nvGrpSpPr>
      <p:grpSpPr>
        <a:xfrm>
          <a:off x="0" y="0"/>
          <a:ext cx="0" cy="0"/>
          <a:chOff x="0" y="0"/>
          <a:chExt cx="0" cy="0"/>
        </a:xfrm>
      </p:grpSpPr>
      <p:sp>
        <p:nvSpPr>
          <p:cNvPr id="197" name="Google Shape;197;p77"/>
          <p:cNvSpPr>
            <a:spLocks noGrp="1"/>
          </p:cNvSpPr>
          <p:nvPr>
            <p:ph type="pic" idx="2"/>
          </p:nvPr>
        </p:nvSpPr>
        <p:spPr>
          <a:xfrm>
            <a:off x="713118" y="1581144"/>
            <a:ext cx="5879817" cy="4203543"/>
          </a:xfrm>
          <a:prstGeom prst="rect">
            <a:avLst/>
          </a:prstGeom>
          <a:solidFill>
            <a:srgbClr val="F2F2F2"/>
          </a:solid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8_slide">
  <p:cSld name="8_slide">
    <p:spTree>
      <p:nvGrpSpPr>
        <p:cNvPr id="1" name="Shape 198"/>
        <p:cNvGrpSpPr/>
        <p:nvPr/>
      </p:nvGrpSpPr>
      <p:grpSpPr>
        <a:xfrm>
          <a:off x="0" y="0"/>
          <a:ext cx="0" cy="0"/>
          <a:chOff x="0" y="0"/>
          <a:chExt cx="0" cy="0"/>
        </a:xfrm>
      </p:grpSpPr>
      <p:sp>
        <p:nvSpPr>
          <p:cNvPr id="199" name="Google Shape;199;p78"/>
          <p:cNvSpPr>
            <a:spLocks noGrp="1"/>
          </p:cNvSpPr>
          <p:nvPr>
            <p:ph type="pic" idx="2"/>
          </p:nvPr>
        </p:nvSpPr>
        <p:spPr>
          <a:xfrm>
            <a:off x="5784331" y="1315673"/>
            <a:ext cx="5879817" cy="4203543"/>
          </a:xfrm>
          <a:prstGeom prst="rect">
            <a:avLst/>
          </a:prstGeom>
          <a:solidFill>
            <a:srgbClr val="F2F2F2"/>
          </a:solidFill>
          <a:ln>
            <a:noFill/>
          </a:ln>
        </p:spPr>
      </p:sp>
      <p:sp>
        <p:nvSpPr>
          <p:cNvPr id="200" name="Google Shape;200;p78"/>
          <p:cNvSpPr txBox="1">
            <a:spLocks noGrp="1"/>
          </p:cNvSpPr>
          <p:nvPr>
            <p:ph type="title"/>
          </p:nvPr>
        </p:nvSpPr>
        <p:spPr>
          <a:xfrm>
            <a:off x="838201" y="365127"/>
            <a:ext cx="10515600" cy="62793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78"/>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pic>
        <p:nvPicPr>
          <p:cNvPr id="202" name="Google Shape;202;p78" descr="Text&#10;&#10;Description automatically generated"/>
          <p:cNvPicPr preferRelativeResize="0"/>
          <p:nvPr/>
        </p:nvPicPr>
        <p:blipFill rotWithShape="1">
          <a:blip r:embed="rId2"/>
          <a:srcRect l="6879" t="8371" r="6879" b="8371"/>
          <a:stretch>
            <a:fillRect/>
          </a:stretch>
        </p:blipFill>
        <p:spPr>
          <a:xfrm>
            <a:off x="9871200" y="378460"/>
            <a:ext cx="1974372" cy="57863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9_slide">
  <p:cSld name="9_slide">
    <p:spTree>
      <p:nvGrpSpPr>
        <p:cNvPr id="1" name="Shape 203"/>
        <p:cNvGrpSpPr/>
        <p:nvPr/>
      </p:nvGrpSpPr>
      <p:grpSpPr>
        <a:xfrm>
          <a:off x="0" y="0"/>
          <a:ext cx="0" cy="0"/>
          <a:chOff x="0" y="0"/>
          <a:chExt cx="0" cy="0"/>
        </a:xfrm>
      </p:grpSpPr>
      <p:sp>
        <p:nvSpPr>
          <p:cNvPr id="204" name="Google Shape;204;p79"/>
          <p:cNvSpPr>
            <a:spLocks noGrp="1"/>
          </p:cNvSpPr>
          <p:nvPr>
            <p:ph type="pic" idx="2"/>
          </p:nvPr>
        </p:nvSpPr>
        <p:spPr>
          <a:xfrm>
            <a:off x="713117" y="1712348"/>
            <a:ext cx="5382883" cy="2434261"/>
          </a:xfrm>
          <a:prstGeom prst="rect">
            <a:avLst/>
          </a:prstGeom>
          <a:solidFill>
            <a:srgbClr val="F2F2F2"/>
          </a:solid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0_slide">
  <p:cSld name="10_slide">
    <p:spTree>
      <p:nvGrpSpPr>
        <p:cNvPr id="1" name="Shape 205"/>
        <p:cNvGrpSpPr/>
        <p:nvPr/>
      </p:nvGrpSpPr>
      <p:grpSpPr>
        <a:xfrm>
          <a:off x="0" y="0"/>
          <a:ext cx="0" cy="0"/>
          <a:chOff x="0" y="0"/>
          <a:chExt cx="0" cy="0"/>
        </a:xfrm>
      </p:grpSpPr>
      <p:sp>
        <p:nvSpPr>
          <p:cNvPr id="206" name="Google Shape;206;p80"/>
          <p:cNvSpPr>
            <a:spLocks noGrp="1"/>
          </p:cNvSpPr>
          <p:nvPr>
            <p:ph type="pic" idx="2"/>
          </p:nvPr>
        </p:nvSpPr>
        <p:spPr>
          <a:xfrm>
            <a:off x="1069999" y="2677076"/>
            <a:ext cx="2010401" cy="804672"/>
          </a:xfrm>
          <a:prstGeom prst="rect">
            <a:avLst/>
          </a:prstGeom>
          <a:solidFill>
            <a:srgbClr val="F2F2F2"/>
          </a:solidFill>
          <a:ln>
            <a:noFill/>
          </a:ln>
        </p:spPr>
      </p:sp>
      <p:sp>
        <p:nvSpPr>
          <p:cNvPr id="207" name="Google Shape;207;p80"/>
          <p:cNvSpPr>
            <a:spLocks noGrp="1"/>
          </p:cNvSpPr>
          <p:nvPr>
            <p:ph type="pic" idx="3"/>
          </p:nvPr>
        </p:nvSpPr>
        <p:spPr>
          <a:xfrm>
            <a:off x="5090800" y="2677076"/>
            <a:ext cx="2010401" cy="804672"/>
          </a:xfrm>
          <a:prstGeom prst="rect">
            <a:avLst/>
          </a:prstGeom>
          <a:solidFill>
            <a:srgbClr val="F2F2F2"/>
          </a:solidFill>
          <a:ln>
            <a:noFill/>
          </a:ln>
        </p:spPr>
      </p:sp>
      <p:sp>
        <p:nvSpPr>
          <p:cNvPr id="208" name="Google Shape;208;p80"/>
          <p:cNvSpPr>
            <a:spLocks noGrp="1"/>
          </p:cNvSpPr>
          <p:nvPr>
            <p:ph type="pic" idx="4"/>
          </p:nvPr>
        </p:nvSpPr>
        <p:spPr>
          <a:xfrm>
            <a:off x="9111600" y="2677076"/>
            <a:ext cx="2010401" cy="804672"/>
          </a:xfrm>
          <a:prstGeom prst="rect">
            <a:avLst/>
          </a:prstGeom>
          <a:solidFill>
            <a:srgbClr val="F2F2F2"/>
          </a:solidFill>
          <a:ln>
            <a:noFill/>
          </a:ln>
        </p:spPr>
      </p:sp>
      <p:sp>
        <p:nvSpPr>
          <p:cNvPr id="209" name="Google Shape;209;p80"/>
          <p:cNvSpPr>
            <a:spLocks noGrp="1"/>
          </p:cNvSpPr>
          <p:nvPr>
            <p:ph type="pic" idx="5"/>
          </p:nvPr>
        </p:nvSpPr>
        <p:spPr>
          <a:xfrm>
            <a:off x="3080399" y="3884084"/>
            <a:ext cx="2010401" cy="804672"/>
          </a:xfrm>
          <a:prstGeom prst="rect">
            <a:avLst/>
          </a:prstGeom>
          <a:solidFill>
            <a:srgbClr val="F2F2F2"/>
          </a:solidFill>
          <a:ln>
            <a:noFill/>
          </a:ln>
        </p:spPr>
      </p:sp>
      <p:sp>
        <p:nvSpPr>
          <p:cNvPr id="210" name="Google Shape;210;p80"/>
          <p:cNvSpPr>
            <a:spLocks noGrp="1"/>
          </p:cNvSpPr>
          <p:nvPr>
            <p:ph type="pic" idx="6"/>
          </p:nvPr>
        </p:nvSpPr>
        <p:spPr>
          <a:xfrm>
            <a:off x="7101200" y="3884084"/>
            <a:ext cx="2010401" cy="804672"/>
          </a:xfrm>
          <a:prstGeom prst="rect">
            <a:avLst/>
          </a:prstGeom>
          <a:solidFill>
            <a:srgbClr val="F2F2F2"/>
          </a:solid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11_slide">
  <p:cSld name="11_slide">
    <p:spTree>
      <p:nvGrpSpPr>
        <p:cNvPr id="1" name="Shape 211"/>
        <p:cNvGrpSpPr/>
        <p:nvPr/>
      </p:nvGrpSpPr>
      <p:grpSpPr>
        <a:xfrm>
          <a:off x="0" y="0"/>
          <a:ext cx="0" cy="0"/>
          <a:chOff x="0" y="0"/>
          <a:chExt cx="0" cy="0"/>
        </a:xfrm>
      </p:grpSpPr>
      <p:sp>
        <p:nvSpPr>
          <p:cNvPr id="212" name="Google Shape;212;p81"/>
          <p:cNvSpPr>
            <a:spLocks noGrp="1"/>
          </p:cNvSpPr>
          <p:nvPr>
            <p:ph type="pic" idx="2"/>
          </p:nvPr>
        </p:nvSpPr>
        <p:spPr>
          <a:xfrm>
            <a:off x="780799" y="1977749"/>
            <a:ext cx="2397440" cy="892514"/>
          </a:xfrm>
          <a:prstGeom prst="rect">
            <a:avLst/>
          </a:prstGeom>
          <a:solidFill>
            <a:srgbClr val="F2F2F2"/>
          </a:solidFill>
          <a:ln>
            <a:noFill/>
          </a:ln>
        </p:spPr>
      </p:sp>
      <p:sp>
        <p:nvSpPr>
          <p:cNvPr id="213" name="Google Shape;213;p81"/>
          <p:cNvSpPr>
            <a:spLocks noGrp="1"/>
          </p:cNvSpPr>
          <p:nvPr>
            <p:ph type="pic" idx="3"/>
          </p:nvPr>
        </p:nvSpPr>
        <p:spPr>
          <a:xfrm>
            <a:off x="3525120" y="1977749"/>
            <a:ext cx="2397440" cy="892514"/>
          </a:xfrm>
          <a:prstGeom prst="rect">
            <a:avLst/>
          </a:prstGeom>
          <a:solidFill>
            <a:srgbClr val="F2F2F2"/>
          </a:solidFill>
          <a:ln>
            <a:noFill/>
          </a:ln>
        </p:spPr>
      </p:sp>
      <p:sp>
        <p:nvSpPr>
          <p:cNvPr id="214" name="Google Shape;214;p81"/>
          <p:cNvSpPr>
            <a:spLocks noGrp="1"/>
          </p:cNvSpPr>
          <p:nvPr>
            <p:ph type="pic" idx="4"/>
          </p:nvPr>
        </p:nvSpPr>
        <p:spPr>
          <a:xfrm>
            <a:off x="6269441" y="1977749"/>
            <a:ext cx="2397440" cy="892514"/>
          </a:xfrm>
          <a:prstGeom prst="rect">
            <a:avLst/>
          </a:prstGeom>
          <a:solidFill>
            <a:srgbClr val="F2F2F2"/>
          </a:solidFill>
          <a:ln>
            <a:noFill/>
          </a:ln>
        </p:spPr>
      </p:sp>
      <p:sp>
        <p:nvSpPr>
          <p:cNvPr id="215" name="Google Shape;215;p81"/>
          <p:cNvSpPr>
            <a:spLocks noGrp="1"/>
          </p:cNvSpPr>
          <p:nvPr>
            <p:ph type="pic" idx="5"/>
          </p:nvPr>
        </p:nvSpPr>
        <p:spPr>
          <a:xfrm>
            <a:off x="9013761" y="1977749"/>
            <a:ext cx="2397440" cy="892514"/>
          </a:xfrm>
          <a:prstGeom prst="rect">
            <a:avLst/>
          </a:prstGeom>
          <a:solidFill>
            <a:srgbClr val="F2F2F2"/>
          </a:solidFill>
          <a:ln>
            <a:noFill/>
          </a:ln>
        </p:spPr>
      </p:sp>
      <p:sp>
        <p:nvSpPr>
          <p:cNvPr id="216" name="Google Shape;216;p81"/>
          <p:cNvSpPr>
            <a:spLocks noGrp="1"/>
          </p:cNvSpPr>
          <p:nvPr>
            <p:ph type="pic" idx="6"/>
          </p:nvPr>
        </p:nvSpPr>
        <p:spPr>
          <a:xfrm>
            <a:off x="780799" y="3236659"/>
            <a:ext cx="2397440" cy="892514"/>
          </a:xfrm>
          <a:prstGeom prst="rect">
            <a:avLst/>
          </a:prstGeom>
          <a:solidFill>
            <a:srgbClr val="F2F2F2"/>
          </a:solidFill>
          <a:ln>
            <a:noFill/>
          </a:ln>
        </p:spPr>
      </p:sp>
      <p:sp>
        <p:nvSpPr>
          <p:cNvPr id="217" name="Google Shape;217;p81"/>
          <p:cNvSpPr>
            <a:spLocks noGrp="1"/>
          </p:cNvSpPr>
          <p:nvPr>
            <p:ph type="pic" idx="7"/>
          </p:nvPr>
        </p:nvSpPr>
        <p:spPr>
          <a:xfrm>
            <a:off x="3525120" y="3236659"/>
            <a:ext cx="2397440" cy="892514"/>
          </a:xfrm>
          <a:prstGeom prst="rect">
            <a:avLst/>
          </a:prstGeom>
          <a:solidFill>
            <a:srgbClr val="F2F2F2"/>
          </a:solidFill>
          <a:ln>
            <a:noFill/>
          </a:ln>
        </p:spPr>
      </p:sp>
      <p:sp>
        <p:nvSpPr>
          <p:cNvPr id="218" name="Google Shape;218;p81"/>
          <p:cNvSpPr>
            <a:spLocks noGrp="1"/>
          </p:cNvSpPr>
          <p:nvPr>
            <p:ph type="pic" idx="8"/>
          </p:nvPr>
        </p:nvSpPr>
        <p:spPr>
          <a:xfrm>
            <a:off x="6269441" y="3236659"/>
            <a:ext cx="2397440" cy="892514"/>
          </a:xfrm>
          <a:prstGeom prst="rect">
            <a:avLst/>
          </a:prstGeom>
          <a:solidFill>
            <a:srgbClr val="F2F2F2"/>
          </a:solidFill>
          <a:ln>
            <a:noFill/>
          </a:ln>
        </p:spPr>
      </p:sp>
      <p:sp>
        <p:nvSpPr>
          <p:cNvPr id="219" name="Google Shape;219;p81"/>
          <p:cNvSpPr>
            <a:spLocks noGrp="1"/>
          </p:cNvSpPr>
          <p:nvPr>
            <p:ph type="pic" idx="9"/>
          </p:nvPr>
        </p:nvSpPr>
        <p:spPr>
          <a:xfrm>
            <a:off x="9013761" y="3236659"/>
            <a:ext cx="2397440" cy="892514"/>
          </a:xfrm>
          <a:prstGeom prst="rect">
            <a:avLst/>
          </a:prstGeom>
          <a:solidFill>
            <a:srgbClr val="F2F2F2"/>
          </a:solidFill>
          <a:ln>
            <a:noFill/>
          </a:ln>
        </p:spPr>
      </p:sp>
      <p:sp>
        <p:nvSpPr>
          <p:cNvPr id="220" name="Google Shape;220;p81"/>
          <p:cNvSpPr>
            <a:spLocks noGrp="1"/>
          </p:cNvSpPr>
          <p:nvPr>
            <p:ph type="pic" idx="13"/>
          </p:nvPr>
        </p:nvSpPr>
        <p:spPr>
          <a:xfrm>
            <a:off x="780799" y="4495568"/>
            <a:ext cx="2397440" cy="892514"/>
          </a:xfrm>
          <a:prstGeom prst="rect">
            <a:avLst/>
          </a:prstGeom>
          <a:solidFill>
            <a:srgbClr val="F2F2F2"/>
          </a:solidFill>
          <a:ln>
            <a:noFill/>
          </a:ln>
        </p:spPr>
      </p:sp>
      <p:sp>
        <p:nvSpPr>
          <p:cNvPr id="221" name="Google Shape;221;p81"/>
          <p:cNvSpPr>
            <a:spLocks noGrp="1"/>
          </p:cNvSpPr>
          <p:nvPr>
            <p:ph type="pic" idx="14"/>
          </p:nvPr>
        </p:nvSpPr>
        <p:spPr>
          <a:xfrm>
            <a:off x="3525120" y="4495568"/>
            <a:ext cx="2397440" cy="892514"/>
          </a:xfrm>
          <a:prstGeom prst="rect">
            <a:avLst/>
          </a:prstGeom>
          <a:solidFill>
            <a:srgbClr val="F2F2F2"/>
          </a:solidFill>
          <a:ln>
            <a:noFill/>
          </a:ln>
        </p:spPr>
      </p:sp>
      <p:sp>
        <p:nvSpPr>
          <p:cNvPr id="222" name="Google Shape;222;p81"/>
          <p:cNvSpPr>
            <a:spLocks noGrp="1"/>
          </p:cNvSpPr>
          <p:nvPr>
            <p:ph type="pic" idx="15"/>
          </p:nvPr>
        </p:nvSpPr>
        <p:spPr>
          <a:xfrm>
            <a:off x="6269441" y="4495568"/>
            <a:ext cx="2397440" cy="892514"/>
          </a:xfrm>
          <a:prstGeom prst="rect">
            <a:avLst/>
          </a:prstGeom>
          <a:solidFill>
            <a:srgbClr val="F2F2F2"/>
          </a:solidFill>
          <a:ln>
            <a:noFill/>
          </a:ln>
        </p:spPr>
      </p:sp>
      <p:sp>
        <p:nvSpPr>
          <p:cNvPr id="223" name="Google Shape;223;p81"/>
          <p:cNvSpPr>
            <a:spLocks noGrp="1"/>
          </p:cNvSpPr>
          <p:nvPr>
            <p:ph type="pic" idx="16"/>
          </p:nvPr>
        </p:nvSpPr>
        <p:spPr>
          <a:xfrm>
            <a:off x="9013761" y="4495568"/>
            <a:ext cx="2397440" cy="892514"/>
          </a:xfrm>
          <a:prstGeom prst="rect">
            <a:avLst/>
          </a:prstGeom>
          <a:solidFill>
            <a:srgbClr val="F2F2F2"/>
          </a:solid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12_slide">
  <p:cSld name="12_slide">
    <p:spTree>
      <p:nvGrpSpPr>
        <p:cNvPr id="1" name="Shape 224"/>
        <p:cNvGrpSpPr/>
        <p:nvPr/>
      </p:nvGrpSpPr>
      <p:grpSpPr>
        <a:xfrm>
          <a:off x="0" y="0"/>
          <a:ext cx="0" cy="0"/>
          <a:chOff x="0" y="0"/>
          <a:chExt cx="0" cy="0"/>
        </a:xfrm>
      </p:grpSpPr>
      <p:sp>
        <p:nvSpPr>
          <p:cNvPr id="225" name="Google Shape;225;p82"/>
          <p:cNvSpPr>
            <a:spLocks noGrp="1"/>
          </p:cNvSpPr>
          <p:nvPr>
            <p:ph type="pic" idx="2"/>
          </p:nvPr>
        </p:nvSpPr>
        <p:spPr>
          <a:xfrm>
            <a:off x="747589" y="1735566"/>
            <a:ext cx="3454687" cy="3999122"/>
          </a:xfrm>
          <a:prstGeom prst="rect">
            <a:avLst/>
          </a:prstGeom>
          <a:solidFill>
            <a:srgbClr val="F2F2F2"/>
          </a:solidFill>
          <a:ln>
            <a:noFill/>
          </a:ln>
        </p:spPr>
      </p:sp>
      <p:sp>
        <p:nvSpPr>
          <p:cNvPr id="226" name="Google Shape;226;p82"/>
          <p:cNvSpPr>
            <a:spLocks noGrp="1"/>
          </p:cNvSpPr>
          <p:nvPr>
            <p:ph type="pic" idx="3"/>
          </p:nvPr>
        </p:nvSpPr>
        <p:spPr>
          <a:xfrm>
            <a:off x="4330279" y="1735566"/>
            <a:ext cx="3454687" cy="3999122"/>
          </a:xfrm>
          <a:prstGeom prst="rect">
            <a:avLst/>
          </a:prstGeom>
          <a:solidFill>
            <a:srgbClr val="F2F2F2"/>
          </a:solid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13_slide">
  <p:cSld name="13_slide">
    <p:spTree>
      <p:nvGrpSpPr>
        <p:cNvPr id="1" name="Shape 227"/>
        <p:cNvGrpSpPr/>
        <p:nvPr/>
      </p:nvGrpSpPr>
      <p:grpSpPr>
        <a:xfrm>
          <a:off x="0" y="0"/>
          <a:ext cx="0" cy="0"/>
          <a:chOff x="0" y="0"/>
          <a:chExt cx="0" cy="0"/>
        </a:xfrm>
      </p:grpSpPr>
      <p:sp>
        <p:nvSpPr>
          <p:cNvPr id="228" name="Google Shape;228;p83"/>
          <p:cNvSpPr>
            <a:spLocks noGrp="1"/>
          </p:cNvSpPr>
          <p:nvPr>
            <p:ph type="pic" idx="2"/>
          </p:nvPr>
        </p:nvSpPr>
        <p:spPr>
          <a:xfrm>
            <a:off x="7548023" y="-11151"/>
            <a:ext cx="4643977" cy="6869151"/>
          </a:xfrm>
          <a:prstGeom prst="rect">
            <a:avLst/>
          </a:prstGeom>
          <a:solidFill>
            <a:srgbClr val="F2F2F2"/>
          </a:solid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14_slide">
  <p:cSld name="14_slide">
    <p:spTree>
      <p:nvGrpSpPr>
        <p:cNvPr id="1" name="Shape 229"/>
        <p:cNvGrpSpPr/>
        <p:nvPr/>
      </p:nvGrpSpPr>
      <p:grpSpPr>
        <a:xfrm>
          <a:off x="0" y="0"/>
          <a:ext cx="0" cy="0"/>
          <a:chOff x="0" y="0"/>
          <a:chExt cx="0" cy="0"/>
        </a:xfrm>
      </p:grpSpPr>
      <p:sp>
        <p:nvSpPr>
          <p:cNvPr id="230" name="Google Shape;230;p84"/>
          <p:cNvSpPr>
            <a:spLocks noGrp="1"/>
          </p:cNvSpPr>
          <p:nvPr>
            <p:ph type="pic" idx="2"/>
          </p:nvPr>
        </p:nvSpPr>
        <p:spPr>
          <a:xfrm>
            <a:off x="4407323" y="1735566"/>
            <a:ext cx="3454687" cy="3999122"/>
          </a:xfrm>
          <a:prstGeom prst="rect">
            <a:avLst/>
          </a:prstGeom>
          <a:solidFill>
            <a:srgbClr val="F2F2F2"/>
          </a:solidFill>
          <a:ln>
            <a:noFill/>
          </a:ln>
        </p:spPr>
      </p:sp>
      <p:sp>
        <p:nvSpPr>
          <p:cNvPr id="231" name="Google Shape;231;p84"/>
          <p:cNvSpPr>
            <a:spLocks noGrp="1"/>
          </p:cNvSpPr>
          <p:nvPr>
            <p:ph type="pic" idx="3"/>
          </p:nvPr>
        </p:nvSpPr>
        <p:spPr>
          <a:xfrm>
            <a:off x="7990013" y="1735566"/>
            <a:ext cx="3454687" cy="3999122"/>
          </a:xfrm>
          <a:prstGeom prst="rect">
            <a:avLst/>
          </a:prstGeom>
          <a:solidFill>
            <a:srgbClr val="F2F2F2"/>
          </a:solid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15_slide">
  <p:cSld name="15_slide">
    <p:spTree>
      <p:nvGrpSpPr>
        <p:cNvPr id="1" name="Shape 232"/>
        <p:cNvGrpSpPr/>
        <p:nvPr/>
      </p:nvGrpSpPr>
      <p:grpSpPr>
        <a:xfrm>
          <a:off x="0" y="0"/>
          <a:ext cx="0" cy="0"/>
          <a:chOff x="0" y="0"/>
          <a:chExt cx="0" cy="0"/>
        </a:xfrm>
      </p:grpSpPr>
      <p:sp>
        <p:nvSpPr>
          <p:cNvPr id="233" name="Google Shape;233;p85"/>
          <p:cNvSpPr>
            <a:spLocks noGrp="1"/>
          </p:cNvSpPr>
          <p:nvPr>
            <p:ph type="pic" idx="2"/>
          </p:nvPr>
        </p:nvSpPr>
        <p:spPr>
          <a:xfrm>
            <a:off x="4379579" y="-11152"/>
            <a:ext cx="7812421" cy="6869151"/>
          </a:xfrm>
          <a:prstGeom prst="rect">
            <a:avLst/>
          </a:prstGeom>
          <a:solidFill>
            <a:srgbClr val="F2F2F2"/>
          </a:solid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16_slide">
  <p:cSld name="16_slide">
    <p:spTree>
      <p:nvGrpSpPr>
        <p:cNvPr id="1" name="Shape 234"/>
        <p:cNvGrpSpPr/>
        <p:nvPr/>
      </p:nvGrpSpPr>
      <p:grpSpPr>
        <a:xfrm>
          <a:off x="0" y="0"/>
          <a:ext cx="0" cy="0"/>
          <a:chOff x="0" y="0"/>
          <a:chExt cx="0" cy="0"/>
        </a:xfrm>
      </p:grpSpPr>
      <p:sp>
        <p:nvSpPr>
          <p:cNvPr id="235" name="Google Shape;235;p86"/>
          <p:cNvSpPr>
            <a:spLocks noGrp="1"/>
          </p:cNvSpPr>
          <p:nvPr>
            <p:ph type="pic" idx="2"/>
          </p:nvPr>
        </p:nvSpPr>
        <p:spPr>
          <a:xfrm>
            <a:off x="-2511399" y="1712857"/>
            <a:ext cx="5022797" cy="2891798"/>
          </a:xfrm>
          <a:prstGeom prst="rect">
            <a:avLst/>
          </a:prstGeom>
          <a:solidFill>
            <a:srgbClr val="F2F2F2"/>
          </a:solidFill>
          <a:ln>
            <a:noFill/>
          </a:ln>
        </p:spPr>
      </p:sp>
      <p:sp>
        <p:nvSpPr>
          <p:cNvPr id="236" name="Google Shape;236;p86"/>
          <p:cNvSpPr>
            <a:spLocks noGrp="1"/>
          </p:cNvSpPr>
          <p:nvPr>
            <p:ph type="pic" idx="3"/>
          </p:nvPr>
        </p:nvSpPr>
        <p:spPr>
          <a:xfrm>
            <a:off x="3584600" y="1712857"/>
            <a:ext cx="5022797" cy="2891798"/>
          </a:xfrm>
          <a:prstGeom prst="rect">
            <a:avLst/>
          </a:prstGeom>
          <a:solidFill>
            <a:srgbClr val="F2F2F2"/>
          </a:solidFill>
          <a:ln>
            <a:noFill/>
          </a:ln>
        </p:spPr>
      </p:sp>
      <p:sp>
        <p:nvSpPr>
          <p:cNvPr id="237" name="Google Shape;237;p86"/>
          <p:cNvSpPr>
            <a:spLocks noGrp="1"/>
          </p:cNvSpPr>
          <p:nvPr>
            <p:ph type="pic" idx="4"/>
          </p:nvPr>
        </p:nvSpPr>
        <p:spPr>
          <a:xfrm>
            <a:off x="9680602" y="1712857"/>
            <a:ext cx="5022797" cy="2891798"/>
          </a:xfrm>
          <a:prstGeom prst="rect">
            <a:avLst/>
          </a:prstGeom>
          <a:solidFill>
            <a:srgbClr val="F2F2F2"/>
          </a:solid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17_slide">
  <p:cSld name="17_slide">
    <p:spTree>
      <p:nvGrpSpPr>
        <p:cNvPr id="1" name="Shape 238"/>
        <p:cNvGrpSpPr/>
        <p:nvPr/>
      </p:nvGrpSpPr>
      <p:grpSpPr>
        <a:xfrm>
          <a:off x="0" y="0"/>
          <a:ext cx="0" cy="0"/>
          <a:chOff x="0" y="0"/>
          <a:chExt cx="0" cy="0"/>
        </a:xfrm>
      </p:grpSpPr>
      <p:sp>
        <p:nvSpPr>
          <p:cNvPr id="239" name="Google Shape;239;p87"/>
          <p:cNvSpPr>
            <a:spLocks noGrp="1"/>
          </p:cNvSpPr>
          <p:nvPr>
            <p:ph type="pic" idx="2"/>
          </p:nvPr>
        </p:nvSpPr>
        <p:spPr>
          <a:xfrm>
            <a:off x="4657688" y="0"/>
            <a:ext cx="6142693" cy="6858000"/>
          </a:xfrm>
          <a:prstGeom prst="rect">
            <a:avLst/>
          </a:prstGeom>
          <a:solidFill>
            <a:srgbClr val="F2F2F2"/>
          </a:solidFill>
          <a:ln>
            <a:no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18_slide">
  <p:cSld name="18_slide">
    <p:spTree>
      <p:nvGrpSpPr>
        <p:cNvPr id="1" name="Shape 240"/>
        <p:cNvGrpSpPr/>
        <p:nvPr/>
      </p:nvGrpSpPr>
      <p:grpSpPr>
        <a:xfrm>
          <a:off x="0" y="0"/>
          <a:ext cx="0" cy="0"/>
          <a:chOff x="0" y="0"/>
          <a:chExt cx="0" cy="0"/>
        </a:xfrm>
      </p:grpSpPr>
      <p:sp>
        <p:nvSpPr>
          <p:cNvPr id="241" name="Google Shape;241;p88"/>
          <p:cNvSpPr>
            <a:spLocks noGrp="1"/>
          </p:cNvSpPr>
          <p:nvPr>
            <p:ph type="pic" idx="2"/>
          </p:nvPr>
        </p:nvSpPr>
        <p:spPr>
          <a:xfrm>
            <a:off x="745783" y="1641727"/>
            <a:ext cx="5435475" cy="4039975"/>
          </a:xfrm>
          <a:prstGeom prst="rect">
            <a:avLst/>
          </a:prstGeom>
          <a:solidFill>
            <a:srgbClr val="F2F2F2"/>
          </a:solid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19_slide">
  <p:cSld name="19_slide">
    <p:spTree>
      <p:nvGrpSpPr>
        <p:cNvPr id="1" name="Shape 242"/>
        <p:cNvGrpSpPr/>
        <p:nvPr/>
      </p:nvGrpSpPr>
      <p:grpSpPr>
        <a:xfrm>
          <a:off x="0" y="0"/>
          <a:ext cx="0" cy="0"/>
          <a:chOff x="0" y="0"/>
          <a:chExt cx="0" cy="0"/>
        </a:xfrm>
      </p:grpSpPr>
      <p:sp>
        <p:nvSpPr>
          <p:cNvPr id="243" name="Google Shape;243;p89"/>
          <p:cNvSpPr>
            <a:spLocks noGrp="1"/>
          </p:cNvSpPr>
          <p:nvPr>
            <p:ph type="pic" idx="2"/>
          </p:nvPr>
        </p:nvSpPr>
        <p:spPr>
          <a:xfrm>
            <a:off x="0" y="0"/>
            <a:ext cx="7818066" cy="6869413"/>
          </a:xfrm>
          <a:prstGeom prst="rect">
            <a:avLst/>
          </a:prstGeom>
          <a:solidFill>
            <a:srgbClr val="F2F2F2"/>
          </a:solid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20_slide">
  <p:cSld name="20_slide">
    <p:spTree>
      <p:nvGrpSpPr>
        <p:cNvPr id="1" name="Shape 244"/>
        <p:cNvGrpSpPr/>
        <p:nvPr/>
      </p:nvGrpSpPr>
      <p:grpSpPr>
        <a:xfrm>
          <a:off x="0" y="0"/>
          <a:ext cx="0" cy="0"/>
          <a:chOff x="0" y="0"/>
          <a:chExt cx="0" cy="0"/>
        </a:xfrm>
      </p:grpSpPr>
      <p:sp>
        <p:nvSpPr>
          <p:cNvPr id="245" name="Google Shape;245;p90"/>
          <p:cNvSpPr>
            <a:spLocks noGrp="1"/>
          </p:cNvSpPr>
          <p:nvPr>
            <p:ph type="pic" idx="2"/>
          </p:nvPr>
        </p:nvSpPr>
        <p:spPr>
          <a:xfrm>
            <a:off x="6010742" y="1641727"/>
            <a:ext cx="5435475" cy="4039975"/>
          </a:xfrm>
          <a:prstGeom prst="rect">
            <a:avLst/>
          </a:prstGeom>
          <a:solidFill>
            <a:srgbClr val="F2F2F2"/>
          </a:solid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21_slide">
  <p:cSld name="21_slide">
    <p:spTree>
      <p:nvGrpSpPr>
        <p:cNvPr id="1" name="Shape 246"/>
        <p:cNvGrpSpPr/>
        <p:nvPr/>
      </p:nvGrpSpPr>
      <p:grpSpPr>
        <a:xfrm>
          <a:off x="0" y="0"/>
          <a:ext cx="0" cy="0"/>
          <a:chOff x="0" y="0"/>
          <a:chExt cx="0" cy="0"/>
        </a:xfrm>
      </p:grpSpPr>
      <p:sp>
        <p:nvSpPr>
          <p:cNvPr id="247" name="Google Shape;247;p91"/>
          <p:cNvSpPr>
            <a:spLocks noGrp="1"/>
          </p:cNvSpPr>
          <p:nvPr>
            <p:ph type="pic" idx="2"/>
          </p:nvPr>
        </p:nvSpPr>
        <p:spPr>
          <a:xfrm>
            <a:off x="3316218" y="0"/>
            <a:ext cx="6142693" cy="6858000"/>
          </a:xfrm>
          <a:prstGeom prst="rect">
            <a:avLst/>
          </a:prstGeom>
          <a:solidFill>
            <a:srgbClr val="F2F2F2"/>
          </a:solidFill>
          <a:ln>
            <a:noFill/>
          </a:ln>
        </p:spPr>
      </p:sp>
      <p:sp>
        <p:nvSpPr>
          <p:cNvPr id="248" name="Google Shape;248;p91"/>
          <p:cNvSpPr>
            <a:spLocks noGrp="1"/>
          </p:cNvSpPr>
          <p:nvPr>
            <p:ph type="pic" idx="3"/>
          </p:nvPr>
        </p:nvSpPr>
        <p:spPr>
          <a:xfrm>
            <a:off x="7541024" y="0"/>
            <a:ext cx="4659195" cy="6858000"/>
          </a:xfrm>
          <a:prstGeom prst="rect">
            <a:avLst/>
          </a:prstGeom>
          <a:solidFill>
            <a:srgbClr val="F2F2F2"/>
          </a:solid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22_slide">
  <p:cSld name="22_slide">
    <p:spTree>
      <p:nvGrpSpPr>
        <p:cNvPr id="1" name="Shape 249"/>
        <p:cNvGrpSpPr/>
        <p:nvPr/>
      </p:nvGrpSpPr>
      <p:grpSpPr>
        <a:xfrm>
          <a:off x="0" y="0"/>
          <a:ext cx="0" cy="0"/>
          <a:chOff x="0" y="0"/>
          <a:chExt cx="0" cy="0"/>
        </a:xfrm>
      </p:grpSpPr>
      <p:sp>
        <p:nvSpPr>
          <p:cNvPr id="250" name="Google Shape;250;p92"/>
          <p:cNvSpPr>
            <a:spLocks noGrp="1"/>
          </p:cNvSpPr>
          <p:nvPr>
            <p:ph type="pic" idx="2"/>
          </p:nvPr>
        </p:nvSpPr>
        <p:spPr>
          <a:xfrm>
            <a:off x="2671026" y="-1"/>
            <a:ext cx="3970043" cy="4434836"/>
          </a:xfrm>
          <a:prstGeom prst="rect">
            <a:avLst/>
          </a:prstGeom>
          <a:solidFill>
            <a:srgbClr val="F2F2F2"/>
          </a:solidFill>
          <a:ln>
            <a:noFill/>
          </a:ln>
        </p:spPr>
      </p:sp>
      <p:sp>
        <p:nvSpPr>
          <p:cNvPr id="251" name="Google Shape;251;p92"/>
          <p:cNvSpPr>
            <a:spLocks noGrp="1"/>
          </p:cNvSpPr>
          <p:nvPr>
            <p:ph type="pic" idx="3"/>
          </p:nvPr>
        </p:nvSpPr>
        <p:spPr>
          <a:xfrm>
            <a:off x="5460923" y="-1"/>
            <a:ext cx="3970043" cy="4434836"/>
          </a:xfrm>
          <a:prstGeom prst="rect">
            <a:avLst/>
          </a:prstGeom>
          <a:solidFill>
            <a:srgbClr val="F2F2F2"/>
          </a:solidFill>
          <a:ln>
            <a:noFill/>
          </a:ln>
        </p:spPr>
      </p:sp>
      <p:sp>
        <p:nvSpPr>
          <p:cNvPr id="252" name="Google Shape;252;p92"/>
          <p:cNvSpPr>
            <a:spLocks noGrp="1"/>
          </p:cNvSpPr>
          <p:nvPr>
            <p:ph type="pic" idx="4"/>
          </p:nvPr>
        </p:nvSpPr>
        <p:spPr>
          <a:xfrm>
            <a:off x="8221115" y="-1"/>
            <a:ext cx="3970043" cy="4434836"/>
          </a:xfrm>
          <a:prstGeom prst="rect">
            <a:avLst/>
          </a:prstGeom>
          <a:solidFill>
            <a:srgbClr val="F2F2F2"/>
          </a:solidFill>
          <a:ln>
            <a:noFill/>
          </a:ln>
        </p:spPr>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23_slide">
  <p:cSld name="23_slide">
    <p:spTree>
      <p:nvGrpSpPr>
        <p:cNvPr id="1" name="Shape 253"/>
        <p:cNvGrpSpPr/>
        <p:nvPr/>
      </p:nvGrpSpPr>
      <p:grpSpPr>
        <a:xfrm>
          <a:off x="0" y="0"/>
          <a:ext cx="0" cy="0"/>
          <a:chOff x="0" y="0"/>
          <a:chExt cx="0" cy="0"/>
        </a:xfrm>
      </p:grpSpPr>
      <p:sp>
        <p:nvSpPr>
          <p:cNvPr id="254" name="Google Shape;254;p93"/>
          <p:cNvSpPr>
            <a:spLocks noGrp="1"/>
          </p:cNvSpPr>
          <p:nvPr>
            <p:ph type="pic" idx="2"/>
          </p:nvPr>
        </p:nvSpPr>
        <p:spPr>
          <a:xfrm>
            <a:off x="7485063" y="627903"/>
            <a:ext cx="2218958" cy="2218380"/>
          </a:xfrm>
          <a:prstGeom prst="rect">
            <a:avLst/>
          </a:prstGeom>
          <a:solidFill>
            <a:srgbClr val="F2F2F2"/>
          </a:solidFill>
          <a:ln>
            <a:noFill/>
          </a:ln>
        </p:spPr>
      </p:sp>
      <p:sp>
        <p:nvSpPr>
          <p:cNvPr id="255" name="Google Shape;255;p93"/>
          <p:cNvSpPr>
            <a:spLocks noGrp="1"/>
          </p:cNvSpPr>
          <p:nvPr>
            <p:ph type="pic" idx="3"/>
          </p:nvPr>
        </p:nvSpPr>
        <p:spPr>
          <a:xfrm>
            <a:off x="8487915" y="2988577"/>
            <a:ext cx="2923285" cy="2922525"/>
          </a:xfrm>
          <a:prstGeom prst="rect">
            <a:avLst/>
          </a:prstGeom>
          <a:solidFill>
            <a:srgbClr val="F2F2F2"/>
          </a:solidFill>
          <a:ln>
            <a:noFill/>
          </a:ln>
        </p:spPr>
      </p:sp>
      <p:sp>
        <p:nvSpPr>
          <p:cNvPr id="256" name="Google Shape;256;p93"/>
          <p:cNvSpPr>
            <a:spLocks noGrp="1"/>
          </p:cNvSpPr>
          <p:nvPr>
            <p:ph type="pic" idx="4"/>
          </p:nvPr>
        </p:nvSpPr>
        <p:spPr>
          <a:xfrm>
            <a:off x="6636696" y="2988577"/>
            <a:ext cx="1697038" cy="1696597"/>
          </a:xfrm>
          <a:prstGeom prst="rect">
            <a:avLst/>
          </a:prstGeom>
          <a:solidFill>
            <a:srgbClr val="F2F2F2"/>
          </a:solid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24_slide">
  <p:cSld name="24_slide">
    <p:spTree>
      <p:nvGrpSpPr>
        <p:cNvPr id="1" name="Shape 257"/>
        <p:cNvGrpSpPr/>
        <p:nvPr/>
      </p:nvGrpSpPr>
      <p:grpSpPr>
        <a:xfrm>
          <a:off x="0" y="0"/>
          <a:ext cx="0" cy="0"/>
          <a:chOff x="0" y="0"/>
          <a:chExt cx="0" cy="0"/>
        </a:xfrm>
      </p:grpSpPr>
      <p:sp>
        <p:nvSpPr>
          <p:cNvPr id="258" name="Google Shape;258;p94"/>
          <p:cNvSpPr>
            <a:spLocks noGrp="1"/>
          </p:cNvSpPr>
          <p:nvPr>
            <p:ph type="pic" idx="2"/>
          </p:nvPr>
        </p:nvSpPr>
        <p:spPr>
          <a:xfrm>
            <a:off x="1765158" y="1616567"/>
            <a:ext cx="1945814" cy="4111559"/>
          </a:xfrm>
          <a:prstGeom prst="rect">
            <a:avLst/>
          </a:prstGeom>
          <a:solidFill>
            <a:srgbClr val="F2F2F2"/>
          </a:solidFill>
          <a:ln>
            <a:noFill/>
          </a:ln>
        </p:spPr>
      </p:sp>
      <p:sp>
        <p:nvSpPr>
          <p:cNvPr id="259" name="Google Shape;259;p94"/>
          <p:cNvSpPr>
            <a:spLocks noGrp="1"/>
          </p:cNvSpPr>
          <p:nvPr>
            <p:ph type="pic" idx="3"/>
          </p:nvPr>
        </p:nvSpPr>
        <p:spPr>
          <a:xfrm>
            <a:off x="5439218" y="1616567"/>
            <a:ext cx="1945814" cy="4111559"/>
          </a:xfrm>
          <a:prstGeom prst="rect">
            <a:avLst/>
          </a:prstGeom>
          <a:solidFill>
            <a:srgbClr val="F2F2F2"/>
          </a:solidFill>
          <a:ln>
            <a:noFill/>
          </a:ln>
        </p:spPr>
      </p:sp>
      <p:sp>
        <p:nvSpPr>
          <p:cNvPr id="260" name="Google Shape;260;p94"/>
          <p:cNvSpPr>
            <a:spLocks noGrp="1"/>
          </p:cNvSpPr>
          <p:nvPr>
            <p:ph type="pic" idx="4"/>
          </p:nvPr>
        </p:nvSpPr>
        <p:spPr>
          <a:xfrm>
            <a:off x="9235754" y="1616567"/>
            <a:ext cx="1945814" cy="4111559"/>
          </a:xfrm>
          <a:prstGeom prst="rect">
            <a:avLst/>
          </a:prstGeom>
          <a:solidFill>
            <a:srgbClr val="F2F2F2"/>
          </a:solidFill>
          <a:ln>
            <a:noFill/>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25_slide">
  <p:cSld name="25_slide">
    <p:spTree>
      <p:nvGrpSpPr>
        <p:cNvPr id="1" name="Shape 261"/>
        <p:cNvGrpSpPr/>
        <p:nvPr/>
      </p:nvGrpSpPr>
      <p:grpSpPr>
        <a:xfrm>
          <a:off x="0" y="0"/>
          <a:ext cx="0" cy="0"/>
          <a:chOff x="0" y="0"/>
          <a:chExt cx="0" cy="0"/>
        </a:xfrm>
      </p:grpSpPr>
      <p:sp>
        <p:nvSpPr>
          <p:cNvPr id="262" name="Google Shape;262;p95"/>
          <p:cNvSpPr>
            <a:spLocks noGrp="1"/>
          </p:cNvSpPr>
          <p:nvPr>
            <p:ph type="pic" idx="2"/>
          </p:nvPr>
        </p:nvSpPr>
        <p:spPr>
          <a:xfrm>
            <a:off x="4833251" y="2099608"/>
            <a:ext cx="2528229" cy="3379817"/>
          </a:xfrm>
          <a:prstGeom prst="rect">
            <a:avLst/>
          </a:prstGeom>
          <a:solidFill>
            <a:srgbClr val="F2F2F2"/>
          </a:solidFill>
          <a:ln>
            <a:noFill/>
          </a:ln>
        </p:spPr>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26_slide">
  <p:cSld name="26_slide">
    <p:spTree>
      <p:nvGrpSpPr>
        <p:cNvPr id="1" name="Shape 263"/>
        <p:cNvGrpSpPr/>
        <p:nvPr/>
      </p:nvGrpSpPr>
      <p:grpSpPr>
        <a:xfrm>
          <a:off x="0" y="0"/>
          <a:ext cx="0" cy="0"/>
          <a:chOff x="0" y="0"/>
          <a:chExt cx="0" cy="0"/>
        </a:xfrm>
      </p:grpSpPr>
      <p:sp>
        <p:nvSpPr>
          <p:cNvPr id="264" name="Google Shape;264;p96"/>
          <p:cNvSpPr>
            <a:spLocks noGrp="1"/>
          </p:cNvSpPr>
          <p:nvPr>
            <p:ph type="pic" idx="2"/>
          </p:nvPr>
        </p:nvSpPr>
        <p:spPr>
          <a:xfrm>
            <a:off x="1449316" y="2114606"/>
            <a:ext cx="3626150" cy="2266340"/>
          </a:xfrm>
          <a:prstGeom prst="rect">
            <a:avLst/>
          </a:prstGeom>
          <a:solidFill>
            <a:srgbClr val="F2F2F2"/>
          </a:solidFill>
          <a:ln>
            <a:noFill/>
          </a:ln>
        </p:spPr>
      </p:sp>
      <p:sp>
        <p:nvSpPr>
          <p:cNvPr id="265" name="Google Shape;265;p96"/>
          <p:cNvSpPr>
            <a:spLocks noGrp="1"/>
          </p:cNvSpPr>
          <p:nvPr>
            <p:ph type="pic" idx="3"/>
          </p:nvPr>
        </p:nvSpPr>
        <p:spPr>
          <a:xfrm>
            <a:off x="7173347" y="2114606"/>
            <a:ext cx="3626150" cy="2266340"/>
          </a:xfrm>
          <a:prstGeom prst="rect">
            <a:avLst/>
          </a:prstGeom>
          <a:solidFill>
            <a:srgbClr val="F2F2F2"/>
          </a:solidFill>
          <a:ln>
            <a:noFill/>
          </a:ln>
        </p:spPr>
      </p:sp>
      <p:sp>
        <p:nvSpPr>
          <p:cNvPr id="266" name="Google Shape;266;p96"/>
          <p:cNvSpPr>
            <a:spLocks noGrp="1"/>
          </p:cNvSpPr>
          <p:nvPr>
            <p:ph type="pic" idx="4"/>
          </p:nvPr>
        </p:nvSpPr>
        <p:spPr>
          <a:xfrm>
            <a:off x="3825346" y="1769693"/>
            <a:ext cx="4586924" cy="2866822"/>
          </a:xfrm>
          <a:prstGeom prst="rect">
            <a:avLst/>
          </a:prstGeom>
          <a:solidFill>
            <a:srgbClr val="F2F2F2"/>
          </a:solidFill>
          <a:ln>
            <a:noFill/>
          </a:ln>
        </p:spPr>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27_slide">
  <p:cSld name="27_slide">
    <p:spTree>
      <p:nvGrpSpPr>
        <p:cNvPr id="1" name="Shape 267"/>
        <p:cNvGrpSpPr/>
        <p:nvPr/>
      </p:nvGrpSpPr>
      <p:grpSpPr>
        <a:xfrm>
          <a:off x="0" y="0"/>
          <a:ext cx="0" cy="0"/>
          <a:chOff x="0" y="0"/>
          <a:chExt cx="0" cy="0"/>
        </a:xfrm>
      </p:grpSpPr>
      <p:sp>
        <p:nvSpPr>
          <p:cNvPr id="268" name="Google Shape;268;p97"/>
          <p:cNvSpPr>
            <a:spLocks noGrp="1"/>
          </p:cNvSpPr>
          <p:nvPr>
            <p:ph type="pic" idx="2"/>
          </p:nvPr>
        </p:nvSpPr>
        <p:spPr>
          <a:xfrm>
            <a:off x="1471886" y="1651649"/>
            <a:ext cx="1945814" cy="4111559"/>
          </a:xfrm>
          <a:prstGeom prst="rect">
            <a:avLst/>
          </a:prstGeom>
          <a:solidFill>
            <a:srgbClr val="F2F2F2"/>
          </a:solidFill>
          <a:ln>
            <a:noFill/>
          </a:ln>
        </p:spPr>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28_slide">
  <p:cSld name="28_slide">
    <p:spTree>
      <p:nvGrpSpPr>
        <p:cNvPr id="1" name="Shape 269"/>
        <p:cNvGrpSpPr/>
        <p:nvPr/>
      </p:nvGrpSpPr>
      <p:grpSpPr>
        <a:xfrm>
          <a:off x="0" y="0"/>
          <a:ext cx="0" cy="0"/>
          <a:chOff x="0" y="0"/>
          <a:chExt cx="0" cy="0"/>
        </a:xfrm>
      </p:grpSpPr>
      <p:sp>
        <p:nvSpPr>
          <p:cNvPr id="270" name="Google Shape;270;p98"/>
          <p:cNvSpPr>
            <a:spLocks noGrp="1"/>
          </p:cNvSpPr>
          <p:nvPr>
            <p:ph type="pic" idx="2"/>
          </p:nvPr>
        </p:nvSpPr>
        <p:spPr>
          <a:xfrm>
            <a:off x="-199169" y="2432304"/>
            <a:ext cx="12590339" cy="4599867"/>
          </a:xfrm>
          <a:prstGeom prst="rect">
            <a:avLst/>
          </a:prstGeom>
          <a:solidFill>
            <a:srgbClr val="F2F2F2"/>
          </a:solidFill>
          <a:ln>
            <a:noFill/>
          </a:ln>
        </p:spPr>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Images and Contents Layout">
  <p:cSld name="Images and Contents Layout">
    <p:spTree>
      <p:nvGrpSpPr>
        <p:cNvPr id="1" name="Shape 271"/>
        <p:cNvGrpSpPr/>
        <p:nvPr/>
      </p:nvGrpSpPr>
      <p:grpSpPr>
        <a:xfrm>
          <a:off x="0" y="0"/>
          <a:ext cx="0" cy="0"/>
          <a:chOff x="0" y="0"/>
          <a:chExt cx="0" cy="0"/>
        </a:xfrm>
      </p:grpSpPr>
      <p:sp>
        <p:nvSpPr>
          <p:cNvPr id="272" name="Google Shape;272;p99"/>
          <p:cNvSpPr>
            <a:spLocks noGrp="1"/>
          </p:cNvSpPr>
          <p:nvPr>
            <p:ph type="pic" idx="2"/>
          </p:nvPr>
        </p:nvSpPr>
        <p:spPr>
          <a:xfrm>
            <a:off x="0" y="-1"/>
            <a:ext cx="12192000" cy="6857999"/>
          </a:xfrm>
          <a:prstGeom prst="rect">
            <a:avLst/>
          </a:prstGeom>
          <a:solidFill>
            <a:srgbClr val="F2F2F2"/>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6" Type="http://schemas.openxmlformats.org/officeDocument/2006/relationships/theme" Target="../theme/theme1.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5" Type="http://schemas.openxmlformats.org/officeDocument/2006/relationships/theme" Target="../theme/theme2.xml"/><Relationship Id="rId34" Type="http://schemas.openxmlformats.org/officeDocument/2006/relationships/slideLayout" Target="../slideLayouts/slideLayout69.xml"/><Relationship Id="rId33" Type="http://schemas.openxmlformats.org/officeDocument/2006/relationships/slideLayout" Target="../slideLayouts/slideLayout68.xml"/><Relationship Id="rId32" Type="http://schemas.openxmlformats.org/officeDocument/2006/relationships/slideLayout" Target="../slideLayouts/slideLayout67.xml"/><Relationship Id="rId31" Type="http://schemas.openxmlformats.org/officeDocument/2006/relationships/slideLayout" Target="../slideLayouts/slideLayout66.xml"/><Relationship Id="rId30" Type="http://schemas.openxmlformats.org/officeDocument/2006/relationships/slideLayout" Target="../slideLayouts/slideLayout65.xml"/><Relationship Id="rId3" Type="http://schemas.openxmlformats.org/officeDocument/2006/relationships/slideLayout" Target="../slideLayouts/slideLayout38.xml"/><Relationship Id="rId29" Type="http://schemas.openxmlformats.org/officeDocument/2006/relationships/slideLayout" Target="../slideLayouts/slideLayout64.xml"/><Relationship Id="rId28" Type="http://schemas.openxmlformats.org/officeDocument/2006/relationships/slideLayout" Target="../slideLayouts/slideLayout63.xml"/><Relationship Id="rId27" Type="http://schemas.openxmlformats.org/officeDocument/2006/relationships/slideLayout" Target="../slideLayouts/slideLayout62.xml"/><Relationship Id="rId26" Type="http://schemas.openxmlformats.org/officeDocument/2006/relationships/slideLayout" Target="../slideLayouts/slideLayout61.xml"/><Relationship Id="rId25" Type="http://schemas.openxmlformats.org/officeDocument/2006/relationships/slideLayout" Target="../slideLayouts/slideLayout60.xml"/><Relationship Id="rId24" Type="http://schemas.openxmlformats.org/officeDocument/2006/relationships/slideLayout" Target="../slideLayouts/slideLayout59.xml"/><Relationship Id="rId23" Type="http://schemas.openxmlformats.org/officeDocument/2006/relationships/slideLayout" Target="../slideLayouts/slideLayout58.xml"/><Relationship Id="rId22" Type="http://schemas.openxmlformats.org/officeDocument/2006/relationships/slideLayout" Target="../slideLayouts/slideLayout57.xml"/><Relationship Id="rId21" Type="http://schemas.openxmlformats.org/officeDocument/2006/relationships/slideLayout" Target="../slideLayouts/slideLayout56.xml"/><Relationship Id="rId20" Type="http://schemas.openxmlformats.org/officeDocument/2006/relationships/slideLayout" Target="../slideLayouts/slideLayout55.xml"/><Relationship Id="rId2" Type="http://schemas.openxmlformats.org/officeDocument/2006/relationships/slideLayout" Target="../slideLayouts/slideLayout37.xml"/><Relationship Id="rId19" Type="http://schemas.openxmlformats.org/officeDocument/2006/relationships/slideLayout" Target="../slideLayouts/slideLayout54.xml"/><Relationship Id="rId18" Type="http://schemas.openxmlformats.org/officeDocument/2006/relationships/slideLayout" Target="../slideLayouts/slideLayout53.xml"/><Relationship Id="rId17" Type="http://schemas.openxmlformats.org/officeDocument/2006/relationships/slideLayout" Target="../slideLayouts/slideLayout52.xml"/><Relationship Id="rId16" Type="http://schemas.openxmlformats.org/officeDocument/2006/relationships/slideLayout" Target="../slideLayouts/slideLayout51.xml"/><Relationship Id="rId15" Type="http://schemas.openxmlformats.org/officeDocument/2006/relationships/slideLayout" Target="../slideLayouts/slideLayout50.xml"/><Relationship Id="rId14" Type="http://schemas.openxmlformats.org/officeDocument/2006/relationships/slideLayout" Target="../slideLayouts/slideLayout49.xml"/><Relationship Id="rId13" Type="http://schemas.openxmlformats.org/officeDocument/2006/relationships/slideLayout" Target="../slideLayouts/slideLayout48.xml"/><Relationship Id="rId12" Type="http://schemas.openxmlformats.org/officeDocument/2006/relationships/slideLayout" Target="../slideLayouts/slideLayout47.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1"/>
          <p:cNvSpPr txBox="1">
            <a:spLocks noGrp="1"/>
          </p:cNvSpPr>
          <p:nvPr>
            <p:ph type="title"/>
          </p:nvPr>
        </p:nvSpPr>
        <p:spPr>
          <a:xfrm>
            <a:off x="838201" y="365126"/>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1"/>
          <p:cNvSpPr txBox="1">
            <a:spLocks noGrp="1"/>
          </p:cNvSpPr>
          <p:nvPr>
            <p:ph type="body" idx="1"/>
          </p:nvPr>
        </p:nvSpPr>
        <p:spPr>
          <a:xfrm>
            <a:off x="838201"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2" name="Google Shape;12;p31"/>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3" name="Google Shape;13;p31"/>
          <p:cNvSpPr txBox="1">
            <a:spLocks noGrp="1"/>
          </p:cNvSpPr>
          <p:nvPr>
            <p:ph type="ftr" idx="11"/>
          </p:nvPr>
        </p:nvSpPr>
        <p:spPr>
          <a:xfrm>
            <a:off x="4038601"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4" name="Google Shape;14;p31"/>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
        <p:nvSpPr>
          <p:cNvPr id="15" name="Google Shape;15;p31"/>
          <p:cNvSpPr txBox="1"/>
          <p:nvPr/>
        </p:nvSpPr>
        <p:spPr>
          <a:xfrm>
            <a:off x="11829114" y="305271"/>
            <a:ext cx="304726" cy="400091"/>
          </a:xfrm>
          <a:prstGeom prst="rect">
            <a:avLst/>
          </a:prstGeom>
          <a:noFill/>
          <a:ln>
            <a:noFill/>
          </a:ln>
        </p:spPr>
        <p:txBody>
          <a:bodyPr spcFirstLastPara="1" wrap="square" lIns="91400" tIns="45700" rIns="91400" bIns="45700" anchor="t" anchorCtr="0">
            <a:spAutoFit/>
          </a:bodyPr>
          <a:lstStyle/>
          <a:p>
            <a:pPr marL="0" marR="0" lvl="0" indent="0" algn="ctr" rtl="0">
              <a:spcBef>
                <a:spcPts val="0"/>
              </a:spcBef>
              <a:spcAft>
                <a:spcPts val="0"/>
              </a:spcAft>
              <a:buNone/>
            </a:pPr>
            <a:fld id="{00000000-1234-1234-1234-123412341234}" type="slidenum">
              <a:rPr lang="en-US" sz="1000" b="0" i="0" u="none" strike="noStrike" cap="none">
                <a:solidFill>
                  <a:schemeClr val="lt1"/>
                </a:solidFill>
                <a:latin typeface="Roboto" panose="02000000000000000000"/>
                <a:ea typeface="Roboto" panose="02000000000000000000"/>
                <a:cs typeface="Roboto" panose="02000000000000000000"/>
                <a:sym typeface="Roboto" panose="02000000000000000000"/>
              </a:rPr>
            </a:fld>
            <a:r>
              <a:rPr lang="en-US" sz="1000" b="1" i="0" u="none" strike="noStrike" cap="none">
                <a:solidFill>
                  <a:schemeClr val="lt1"/>
                </a:solidFill>
                <a:latin typeface="Montserrat" panose="00000500000000000000"/>
                <a:ea typeface="Montserrat" panose="00000500000000000000"/>
                <a:cs typeface="Montserrat" panose="00000500000000000000"/>
                <a:sym typeface="Montserrat" panose="00000500000000000000"/>
              </a:rPr>
              <a:t>  </a:t>
            </a:r>
            <a:endParaRPr lang="en-US" sz="1000" b="1" i="0" u="none" strike="noStrike" cap="none">
              <a:solidFill>
                <a:schemeClr val="lt1"/>
              </a:solidFill>
              <a:latin typeface="Montserrat" panose="00000500000000000000"/>
              <a:ea typeface="Montserrat" panose="00000500000000000000"/>
              <a:cs typeface="Montserrat" panose="00000500000000000000"/>
              <a:sym typeface="Montserrat" panose="00000500000000000000"/>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8"/>
        <p:cNvGrpSpPr/>
        <p:nvPr/>
      </p:nvGrpSpPr>
      <p:grpSpPr>
        <a:xfrm>
          <a:off x="0" y="0"/>
          <a:ext cx="0" cy="0"/>
          <a:chOff x="0" y="0"/>
          <a:chExt cx="0" cy="0"/>
        </a:xfrm>
      </p:grpSpPr>
      <p:sp>
        <p:nvSpPr>
          <p:cNvPr id="139" name="Google Shape;139;p35"/>
          <p:cNvSpPr txBox="1">
            <a:spLocks noGrp="1"/>
          </p:cNvSpPr>
          <p:nvPr>
            <p:ph type="title"/>
          </p:nvPr>
        </p:nvSpPr>
        <p:spPr>
          <a:xfrm>
            <a:off x="838201" y="365126"/>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0" name="Google Shape;140;p35"/>
          <p:cNvSpPr txBox="1">
            <a:spLocks noGrp="1"/>
          </p:cNvSpPr>
          <p:nvPr>
            <p:ph type="body" idx="1"/>
          </p:nvPr>
        </p:nvSpPr>
        <p:spPr>
          <a:xfrm>
            <a:off x="838201"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41" name="Google Shape;141;p3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42" name="Google Shape;142;p35"/>
          <p:cNvSpPr txBox="1">
            <a:spLocks noGrp="1"/>
          </p:cNvSpPr>
          <p:nvPr>
            <p:ph type="ftr" idx="11"/>
          </p:nvPr>
        </p:nvSpPr>
        <p:spPr>
          <a:xfrm>
            <a:off x="4038601"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43" name="Google Shape;143;p3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
        <p:nvSpPr>
          <p:cNvPr id="144" name="Google Shape;144;p35"/>
          <p:cNvSpPr txBox="1"/>
          <p:nvPr/>
        </p:nvSpPr>
        <p:spPr>
          <a:xfrm>
            <a:off x="11829114" y="305271"/>
            <a:ext cx="304726" cy="400091"/>
          </a:xfrm>
          <a:prstGeom prst="rect">
            <a:avLst/>
          </a:prstGeom>
          <a:noFill/>
          <a:ln>
            <a:noFill/>
          </a:ln>
        </p:spPr>
        <p:txBody>
          <a:bodyPr spcFirstLastPara="1" wrap="square" lIns="91400" tIns="45700" rIns="91400" bIns="45700" anchor="t" anchorCtr="0">
            <a:spAutoFit/>
          </a:bodyPr>
          <a:lstStyle/>
          <a:p>
            <a:pPr marL="0" marR="0" lvl="0" indent="0" algn="ctr" rtl="0">
              <a:spcBef>
                <a:spcPts val="0"/>
              </a:spcBef>
              <a:spcAft>
                <a:spcPts val="0"/>
              </a:spcAft>
              <a:buNone/>
            </a:pPr>
            <a:fld id="{00000000-1234-1234-1234-123412341234}" type="slidenum">
              <a:rPr lang="en-US" sz="1000" b="0" i="0" u="none" strike="noStrike" cap="none">
                <a:solidFill>
                  <a:schemeClr val="lt1"/>
                </a:solidFill>
                <a:latin typeface="Roboto" panose="02000000000000000000"/>
                <a:ea typeface="Roboto" panose="02000000000000000000"/>
                <a:cs typeface="Roboto" panose="02000000000000000000"/>
                <a:sym typeface="Roboto" panose="02000000000000000000"/>
              </a:rPr>
            </a:fld>
            <a:r>
              <a:rPr lang="en-US" sz="1000" b="1" i="0" u="none" strike="noStrike" cap="none">
                <a:solidFill>
                  <a:schemeClr val="lt1"/>
                </a:solidFill>
                <a:latin typeface="Montserrat" panose="00000500000000000000"/>
                <a:ea typeface="Montserrat" panose="00000500000000000000"/>
                <a:cs typeface="Montserrat" panose="00000500000000000000"/>
                <a:sym typeface="Montserrat" panose="00000500000000000000"/>
              </a:rPr>
              <a:t>  </a:t>
            </a:r>
            <a:endParaRPr lang="en-US" sz="1000" b="1" i="0" u="none" strike="noStrike" cap="none">
              <a:solidFill>
                <a:schemeClr val="lt1"/>
              </a:solidFill>
              <a:latin typeface="Montserrat" panose="00000500000000000000"/>
              <a:ea typeface="Montserrat" panose="00000500000000000000"/>
              <a:cs typeface="Montserrat" panose="00000500000000000000"/>
              <a:sym typeface="Montserrat" panose="00000500000000000000"/>
            </a:endParaRPr>
          </a:p>
        </p:txBody>
      </p:sp>
    </p:spTree>
  </p:cSld>
  <p:clrMap bg1="lt1" tx1="dk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 id="2147483715" r:id="rId31"/>
    <p:sldLayoutId id="2147483716" r:id="rId32"/>
    <p:sldLayoutId id="2147483717" r:id="rId33"/>
    <p:sldLayoutId id="2147483718" r:id="rId3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5.xml"/><Relationship Id="rId2" Type="http://schemas.openxmlformats.org/officeDocument/2006/relationships/tags" Target="../tags/tag1.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5.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5.xml"/><Relationship Id="rId2" Type="http://schemas.microsoft.com/office/2007/relationships/hdphoto" Target="../media/image9.wdp"/><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35.xml"/><Relationship Id="rId5" Type="http://schemas.openxmlformats.org/officeDocument/2006/relationships/tags" Target="../tags/tag3.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35.xml"/><Relationship Id="rId4" Type="http://schemas.openxmlformats.org/officeDocument/2006/relationships/tags" Target="../tags/tag4.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4.xml"/><Relationship Id="rId4" Type="http://schemas.openxmlformats.org/officeDocument/2006/relationships/hyperlink" Target="https://imarticus.org/" TargetMode="External"/><Relationship Id="rId3" Type="http://schemas.openxmlformats.org/officeDocument/2006/relationships/image" Target="../media/image1.png"/><Relationship Id="rId2" Type="http://schemas.openxmlformats.org/officeDocument/2006/relationships/image" Target="../media/image22.jpeg"/><Relationship Id="rId1"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77" name="Google Shape;277;p1"/>
          <p:cNvPicPr preferRelativeResize="0">
            <a:picLocks noGrp="1"/>
          </p:cNvPicPr>
          <p:nvPr>
            <p:ph type="pic" idx="2"/>
          </p:nvPr>
        </p:nvPicPr>
        <p:blipFill rotWithShape="1">
          <a:blip r:embed="rId1"/>
          <a:srcRect/>
          <a:stretch>
            <a:fillRect/>
          </a:stretch>
        </p:blipFill>
        <p:spPr>
          <a:xfrm>
            <a:off x="1588" y="1"/>
            <a:ext cx="12190412" cy="6858000"/>
          </a:xfrm>
          <a:prstGeom prst="rect">
            <a:avLst/>
          </a:prstGeom>
          <a:solidFill>
            <a:srgbClr val="F2F2F2"/>
          </a:solidFill>
          <a:ln>
            <a:noFill/>
          </a:ln>
        </p:spPr>
      </p:pic>
      <p:sp>
        <p:nvSpPr>
          <p:cNvPr id="278" name="Google Shape;278;p1"/>
          <p:cNvSpPr/>
          <p:nvPr/>
        </p:nvSpPr>
        <p:spPr>
          <a:xfrm>
            <a:off x="1588" y="1"/>
            <a:ext cx="12190411" cy="6858000"/>
          </a:xfrm>
          <a:prstGeom prst="rect">
            <a:avLst/>
          </a:prstGeom>
          <a:gradFill>
            <a:gsLst>
              <a:gs pos="0">
                <a:srgbClr val="25B6C2">
                  <a:alpha val="20000"/>
                </a:srgbClr>
              </a:gs>
              <a:gs pos="2000">
                <a:srgbClr val="25B6C2">
                  <a:alpha val="20000"/>
                </a:srgbClr>
              </a:gs>
              <a:gs pos="100000">
                <a:srgbClr val="0692DB">
                  <a:alpha val="63921"/>
                </a:srgbClr>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79" name="Google Shape;279;p1"/>
          <p:cNvSpPr/>
          <p:nvPr/>
        </p:nvSpPr>
        <p:spPr>
          <a:xfrm>
            <a:off x="0" y="4507667"/>
            <a:ext cx="12190411" cy="1609445"/>
          </a:xfrm>
          <a:prstGeom prst="rect">
            <a:avLst/>
          </a:prstGeom>
          <a:solidFill>
            <a:srgbClr val="D5DBE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80" name="Google Shape;280;p1"/>
          <p:cNvSpPr txBox="1"/>
          <p:nvPr/>
        </p:nvSpPr>
        <p:spPr>
          <a:xfrm>
            <a:off x="3018081" y="5037930"/>
            <a:ext cx="8198000" cy="58477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a:t>Custod</a:t>
            </a:r>
            <a:r>
              <a:rPr lang="en-IN" altLang="en-US" sz="3200" b="1"/>
              <a:t>ian Banks &amp; Reconciliations</a:t>
            </a:r>
            <a:endParaRPr lang="en-IN" altLang="en-US" sz="3200" b="1"/>
          </a:p>
        </p:txBody>
      </p:sp>
      <p:pic>
        <p:nvPicPr>
          <p:cNvPr id="281" name="Google Shape;281;p1" descr="A picture containing text, clipart&#10;&#10;Description automatically generated"/>
          <p:cNvPicPr preferRelativeResize="0"/>
          <p:nvPr/>
        </p:nvPicPr>
        <p:blipFill rotWithShape="1">
          <a:blip r:embed="rId2"/>
          <a:srcRect/>
          <a:stretch>
            <a:fillRect/>
          </a:stretch>
        </p:blipFill>
        <p:spPr>
          <a:xfrm>
            <a:off x="9533468" y="804443"/>
            <a:ext cx="2421466" cy="491960"/>
          </a:xfrm>
          <a:prstGeom prst="rect">
            <a:avLst/>
          </a:prstGeom>
          <a:noFill/>
          <a:ln>
            <a:noFill/>
          </a:ln>
        </p:spPr>
      </p:pic>
      <p:grpSp>
        <p:nvGrpSpPr>
          <p:cNvPr id="282" name="Google Shape;282;p1"/>
          <p:cNvGrpSpPr/>
          <p:nvPr/>
        </p:nvGrpSpPr>
        <p:grpSpPr>
          <a:xfrm>
            <a:off x="406806" y="4225968"/>
            <a:ext cx="2217393" cy="2208699"/>
            <a:chOff x="406806" y="4225968"/>
            <a:chExt cx="2217393" cy="2208699"/>
          </a:xfrm>
        </p:grpSpPr>
        <p:sp>
          <p:nvSpPr>
            <p:cNvPr id="283" name="Google Shape;283;p1"/>
            <p:cNvSpPr/>
            <p:nvPr/>
          </p:nvSpPr>
          <p:spPr>
            <a:xfrm>
              <a:off x="406806" y="4225968"/>
              <a:ext cx="2217393" cy="2208699"/>
            </a:xfrm>
            <a:prstGeom prst="ellipse">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284" name="Google Shape;284;p1" descr="A silhouette of a city&#10;&#10;Description automatically generated with low confidence"/>
            <p:cNvPicPr preferRelativeResize="0"/>
            <p:nvPr/>
          </p:nvPicPr>
          <p:blipFill rotWithShape="1">
            <a:blip r:embed="rId3"/>
            <a:srcRect/>
            <a:stretch>
              <a:fillRect/>
            </a:stretch>
          </p:blipFill>
          <p:spPr>
            <a:xfrm>
              <a:off x="1071058" y="4841428"/>
              <a:ext cx="888889" cy="977778"/>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289" name="Google Shape;289;p2"/>
          <p:cNvPicPr preferRelativeResize="0">
            <a:picLocks noGrp="1"/>
          </p:cNvPicPr>
          <p:nvPr>
            <p:ph type="pic" idx="2"/>
          </p:nvPr>
        </p:nvPicPr>
        <p:blipFill rotWithShape="1">
          <a:blip r:embed="rId1"/>
          <a:srcRect/>
          <a:stretch>
            <a:fillRect/>
          </a:stretch>
        </p:blipFill>
        <p:spPr>
          <a:xfrm>
            <a:off x="0" y="-1"/>
            <a:ext cx="12192000" cy="6857999"/>
          </a:xfrm>
          <a:prstGeom prst="rect">
            <a:avLst/>
          </a:prstGeom>
          <a:solidFill>
            <a:srgbClr val="F2F2F2"/>
          </a:solidFill>
          <a:ln>
            <a:noFill/>
          </a:ln>
        </p:spPr>
      </p:pic>
      <p:sp>
        <p:nvSpPr>
          <p:cNvPr id="290" name="Google Shape;290;p2"/>
          <p:cNvSpPr/>
          <p:nvPr/>
        </p:nvSpPr>
        <p:spPr>
          <a:xfrm>
            <a:off x="1588" y="0"/>
            <a:ext cx="12188825" cy="7591112"/>
          </a:xfrm>
          <a:prstGeom prst="rect">
            <a:avLst/>
          </a:prstGeom>
          <a:solidFill>
            <a:schemeClr val="lt1">
              <a:alpha val="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91" name="Google Shape;291;p2"/>
          <p:cNvSpPr/>
          <p:nvPr/>
        </p:nvSpPr>
        <p:spPr>
          <a:xfrm>
            <a:off x="1588" y="3190420"/>
            <a:ext cx="12188825" cy="2510293"/>
          </a:xfrm>
          <a:prstGeom prst="rect">
            <a:avLst/>
          </a:prstGeom>
          <a:gradFill>
            <a:gsLst>
              <a:gs pos="0">
                <a:srgbClr val="25B6C2">
                  <a:alpha val="49803"/>
                </a:srgbClr>
              </a:gs>
              <a:gs pos="13000">
                <a:srgbClr val="25B6C2">
                  <a:alpha val="49803"/>
                </a:srgbClr>
              </a:gs>
              <a:gs pos="100000">
                <a:srgbClr val="0692DB">
                  <a:alpha val="49803"/>
                </a:srgbClr>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92" name="Google Shape;292;p2"/>
          <p:cNvSpPr/>
          <p:nvPr/>
        </p:nvSpPr>
        <p:spPr>
          <a:xfrm>
            <a:off x="1588" y="3362964"/>
            <a:ext cx="12188825" cy="2128315"/>
          </a:xfrm>
          <a:prstGeom prst="rect">
            <a:avLst/>
          </a:prstGeom>
          <a:gradFill>
            <a:gsLst>
              <a:gs pos="0">
                <a:srgbClr val="25B6C2"/>
              </a:gs>
              <a:gs pos="13000">
                <a:srgbClr val="25B6C2"/>
              </a:gs>
              <a:gs pos="100000">
                <a:srgbClr val="0692DB"/>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93" name="Google Shape;293;p2"/>
          <p:cNvSpPr txBox="1"/>
          <p:nvPr/>
        </p:nvSpPr>
        <p:spPr>
          <a:xfrm>
            <a:off x="3841715" y="3436581"/>
            <a:ext cx="4508571"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i="0" u="none" strike="noStrike" cap="none">
                <a:solidFill>
                  <a:srgbClr val="FFFFFF"/>
                </a:solidFill>
                <a:latin typeface="Arial" panose="020B0604020202020204"/>
                <a:ea typeface="Arial" panose="020B0604020202020204"/>
                <a:cs typeface="Arial" panose="020B0604020202020204"/>
                <a:sym typeface="Arial" panose="020B0604020202020204"/>
              </a:rPr>
              <a:t>DISCLAIMER</a:t>
            </a:r>
            <a:endParaRPr sz="33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94" name="Google Shape;294;p2"/>
          <p:cNvSpPr txBox="1"/>
          <p:nvPr/>
        </p:nvSpPr>
        <p:spPr>
          <a:xfrm>
            <a:off x="442135" y="4060016"/>
            <a:ext cx="11307731" cy="120032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rgbClr val="FFFFFF"/>
                </a:solidFill>
                <a:latin typeface="Arial" panose="020B0604020202020204"/>
                <a:ea typeface="Arial" panose="020B0604020202020204"/>
                <a:cs typeface="Arial" panose="020B0604020202020204"/>
                <a:sym typeface="Arial" panose="020B0604020202020204"/>
              </a:rPr>
              <a:t>The training content and delivery of this presentation is confidential, and cannot be recorded, or copied and distributed to any third party, without the written consent of Imarticus Learning Pvt. Ltd.</a:t>
            </a:r>
            <a:endParaRPr lang="en-US" sz="24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295" name="Google Shape;295;p2" descr="A picture containing text, clipart&#10;&#10;Description automatically generated"/>
          <p:cNvPicPr preferRelativeResize="0"/>
          <p:nvPr/>
        </p:nvPicPr>
        <p:blipFill rotWithShape="1">
          <a:blip r:embed="rId2"/>
          <a:srcRect/>
          <a:stretch>
            <a:fillRect/>
          </a:stretch>
        </p:blipFill>
        <p:spPr>
          <a:xfrm>
            <a:off x="9533468" y="431910"/>
            <a:ext cx="2421466" cy="4919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3"/>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01" name="Google Shape;301;p3"/>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YOU ARE GOING TO LEARN…</a:t>
            </a:r>
            <a:endParaRPr lang="en-US"/>
          </a:p>
        </p:txBody>
      </p:sp>
      <p:sp>
        <p:nvSpPr>
          <p:cNvPr id="302" name="Google Shape;302;p3"/>
          <p:cNvSpPr/>
          <p:nvPr/>
        </p:nvSpPr>
        <p:spPr>
          <a:xfrm rot="5400000">
            <a:off x="3836009" y="-2259991"/>
            <a:ext cx="4519984" cy="12191998"/>
          </a:xfrm>
          <a:prstGeom prst="roundRect">
            <a:avLst>
              <a:gd name="adj" fmla="val 0"/>
            </a:avLst>
          </a:prstGeom>
          <a:solidFill>
            <a:srgbClr val="A6E9EE"/>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03" name="Google Shape;303;p3"/>
          <p:cNvSpPr txBox="1"/>
          <p:nvPr/>
        </p:nvSpPr>
        <p:spPr>
          <a:xfrm>
            <a:off x="-7" y="1576032"/>
            <a:ext cx="12191998" cy="4519984"/>
          </a:xfrm>
          <a:prstGeom prst="rect">
            <a:avLst/>
          </a:prstGeom>
          <a:noFill/>
          <a:ln>
            <a:noFill/>
          </a:ln>
        </p:spPr>
        <p:txBody>
          <a:bodyPr spcFirstLastPara="1" wrap="square" lIns="91425" tIns="45700" rIns="91425" bIns="720000" anchor="ctr" anchorCtr="0">
            <a:noAutofit/>
          </a:bodyPr>
          <a:lstStyle/>
          <a:p>
            <a:pPr marL="285750" marR="0" lvl="0" indent="-158750" algn="l" rtl="0">
              <a:spcBef>
                <a:spcPts val="0"/>
              </a:spcBef>
              <a:spcAft>
                <a:spcPts val="0"/>
              </a:spcAft>
              <a:buClr>
                <a:schemeClr val="dk1"/>
              </a:buClr>
              <a:buSzPts val="2000"/>
              <a:buFont typeface="Arial" panose="020B0604020202020204"/>
              <a:buNone/>
            </a:pPr>
            <a:endParaRPr sz="20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grpSp>
        <p:nvGrpSpPr>
          <p:cNvPr id="304" name="Google Shape;304;p3"/>
          <p:cNvGrpSpPr/>
          <p:nvPr/>
        </p:nvGrpSpPr>
        <p:grpSpPr>
          <a:xfrm>
            <a:off x="6971322" y="1295401"/>
            <a:ext cx="4395635" cy="5562600"/>
            <a:chOff x="7546962" y="2023863"/>
            <a:chExt cx="3819995" cy="4834137"/>
          </a:xfrm>
        </p:grpSpPr>
        <p:sp>
          <p:nvSpPr>
            <p:cNvPr id="305" name="Google Shape;305;p3"/>
            <p:cNvSpPr/>
            <p:nvPr/>
          </p:nvSpPr>
          <p:spPr>
            <a:xfrm flipH="1">
              <a:off x="7546962" y="2023863"/>
              <a:ext cx="3819995" cy="4834137"/>
            </a:xfrm>
            <a:custGeom>
              <a:avLst/>
              <a:gdLst/>
              <a:ahLst/>
              <a:cxnLst/>
              <a:rect l="l" t="t" r="r" b="b"/>
              <a:pathLst>
                <a:path w="3819995" h="4834137" extrusionOk="0">
                  <a:moveTo>
                    <a:pt x="417961" y="4834122"/>
                  </a:moveTo>
                  <a:cubicBezTo>
                    <a:pt x="417961" y="4834122"/>
                    <a:pt x="680885" y="4215750"/>
                    <a:pt x="671152" y="3719115"/>
                  </a:cubicBezTo>
                  <a:cubicBezTo>
                    <a:pt x="661420" y="3222480"/>
                    <a:pt x="466656" y="2886514"/>
                    <a:pt x="203731" y="2389863"/>
                  </a:cubicBezTo>
                  <a:cubicBezTo>
                    <a:pt x="-59209" y="1893228"/>
                    <a:pt x="-209616" y="909676"/>
                    <a:pt x="671424" y="330266"/>
                  </a:cubicBezTo>
                  <a:cubicBezTo>
                    <a:pt x="1552449" y="-249144"/>
                    <a:pt x="2666239" y="54407"/>
                    <a:pt x="2969342" y="330266"/>
                  </a:cubicBezTo>
                  <a:cubicBezTo>
                    <a:pt x="3402682" y="724660"/>
                    <a:pt x="3509805" y="1299204"/>
                    <a:pt x="3504939" y="1430674"/>
                  </a:cubicBezTo>
                  <a:cubicBezTo>
                    <a:pt x="3500072" y="1562144"/>
                    <a:pt x="3363880" y="1620571"/>
                    <a:pt x="3505003" y="1825068"/>
                  </a:cubicBezTo>
                  <a:cubicBezTo>
                    <a:pt x="3588322" y="1945813"/>
                    <a:pt x="3710716" y="2110675"/>
                    <a:pt x="3796997" y="2225481"/>
                  </a:cubicBezTo>
                  <a:cubicBezTo>
                    <a:pt x="3845676" y="2290264"/>
                    <a:pt x="3813356" y="2383668"/>
                    <a:pt x="3735079" y="2404622"/>
                  </a:cubicBezTo>
                  <a:lnTo>
                    <a:pt x="3631574" y="2432315"/>
                  </a:lnTo>
                  <a:cubicBezTo>
                    <a:pt x="3588914" y="2443728"/>
                    <a:pt x="3563574" y="2487573"/>
                    <a:pt x="3575084" y="2530201"/>
                  </a:cubicBezTo>
                  <a:cubicBezTo>
                    <a:pt x="3590579" y="2587604"/>
                    <a:pt x="3609260" y="2661143"/>
                    <a:pt x="3612045" y="2691750"/>
                  </a:cubicBezTo>
                  <a:cubicBezTo>
                    <a:pt x="3616912" y="2745311"/>
                    <a:pt x="3480575" y="2837819"/>
                    <a:pt x="3480575" y="2837819"/>
                  </a:cubicBezTo>
                  <a:cubicBezTo>
                    <a:pt x="3480575" y="2837819"/>
                    <a:pt x="3592564" y="2891380"/>
                    <a:pt x="3539003" y="2964407"/>
                  </a:cubicBezTo>
                  <a:cubicBezTo>
                    <a:pt x="3485442" y="3037449"/>
                    <a:pt x="3431880" y="3047181"/>
                    <a:pt x="3451361" y="3154304"/>
                  </a:cubicBezTo>
                  <a:cubicBezTo>
                    <a:pt x="3470843" y="3261427"/>
                    <a:pt x="3577949" y="3495137"/>
                    <a:pt x="3144609" y="3514618"/>
                  </a:cubicBezTo>
                  <a:cubicBezTo>
                    <a:pt x="2711268" y="3534099"/>
                    <a:pt x="2414248" y="3529233"/>
                    <a:pt x="2511638" y="3982055"/>
                  </a:cubicBezTo>
                  <a:cubicBezTo>
                    <a:pt x="2609011" y="4434877"/>
                    <a:pt x="2677188" y="4834138"/>
                    <a:pt x="2677188" y="4834138"/>
                  </a:cubicBezTo>
                  <a:lnTo>
                    <a:pt x="417961" y="4834138"/>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nvGrpSpPr>
            <p:cNvPr id="306" name="Google Shape;306;p3"/>
            <p:cNvGrpSpPr/>
            <p:nvPr/>
          </p:nvGrpSpPr>
          <p:grpSpPr>
            <a:xfrm flipH="1">
              <a:off x="8165378" y="2023909"/>
              <a:ext cx="2941885" cy="3845608"/>
              <a:chOff x="12739148" y="1911090"/>
              <a:chExt cx="2941885" cy="3845608"/>
            </a:xfrm>
          </p:grpSpPr>
          <p:sp>
            <p:nvSpPr>
              <p:cNvPr id="307" name="Google Shape;307;p3"/>
              <p:cNvSpPr/>
              <p:nvPr/>
            </p:nvSpPr>
            <p:spPr>
              <a:xfrm>
                <a:off x="13879927" y="4285315"/>
                <a:ext cx="334061" cy="1471383"/>
              </a:xfrm>
              <a:custGeom>
                <a:avLst/>
                <a:gdLst/>
                <a:ahLst/>
                <a:cxnLst/>
                <a:rect l="l" t="t" r="r" b="b"/>
                <a:pathLst>
                  <a:path w="334061" h="1471383" extrusionOk="0">
                    <a:moveTo>
                      <a:pt x="263196" y="1435814"/>
                    </a:moveTo>
                    <a:cubicBezTo>
                      <a:pt x="263196" y="1455408"/>
                      <a:pt x="278900" y="1471383"/>
                      <a:pt x="298509" y="1471383"/>
                    </a:cubicBezTo>
                    <a:cubicBezTo>
                      <a:pt x="318086" y="1471383"/>
                      <a:pt x="334062" y="1455408"/>
                      <a:pt x="334062" y="1435814"/>
                    </a:cubicBezTo>
                    <a:cubicBezTo>
                      <a:pt x="334062" y="1419343"/>
                      <a:pt x="322728" y="1405752"/>
                      <a:pt x="307505" y="1401782"/>
                    </a:cubicBezTo>
                    <a:lnTo>
                      <a:pt x="307505" y="1048111"/>
                    </a:lnTo>
                    <a:lnTo>
                      <a:pt x="44581" y="785187"/>
                    </a:lnTo>
                    <a:lnTo>
                      <a:pt x="44581" y="69841"/>
                    </a:lnTo>
                    <a:cubicBezTo>
                      <a:pt x="59804" y="65823"/>
                      <a:pt x="71138" y="52040"/>
                      <a:pt x="71138" y="35585"/>
                    </a:cubicBezTo>
                    <a:cubicBezTo>
                      <a:pt x="71138" y="16008"/>
                      <a:pt x="55162" y="0"/>
                      <a:pt x="35585" y="0"/>
                    </a:cubicBezTo>
                    <a:cubicBezTo>
                      <a:pt x="15976" y="0"/>
                      <a:pt x="0" y="15991"/>
                      <a:pt x="0" y="35585"/>
                    </a:cubicBezTo>
                    <a:cubicBezTo>
                      <a:pt x="0" y="52136"/>
                      <a:pt x="11461" y="65983"/>
                      <a:pt x="26813" y="69921"/>
                    </a:cubicBezTo>
                    <a:lnTo>
                      <a:pt x="26813" y="792422"/>
                    </a:lnTo>
                    <a:lnTo>
                      <a:pt x="289721" y="1055347"/>
                    </a:lnTo>
                    <a:lnTo>
                      <a:pt x="289721" y="1401718"/>
                    </a:lnTo>
                    <a:cubicBezTo>
                      <a:pt x="274450" y="1405624"/>
                      <a:pt x="263196" y="1419279"/>
                      <a:pt x="263196" y="143581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8" name="Google Shape;308;p3"/>
              <p:cNvSpPr/>
              <p:nvPr/>
            </p:nvSpPr>
            <p:spPr>
              <a:xfrm>
                <a:off x="13319214" y="2045889"/>
                <a:ext cx="369534" cy="2311027"/>
              </a:xfrm>
              <a:custGeom>
                <a:avLst/>
                <a:gdLst/>
                <a:ahLst/>
                <a:cxnLst/>
                <a:rect l="l" t="t" r="r" b="b"/>
                <a:pathLst>
                  <a:path w="369534" h="2311027" extrusionOk="0">
                    <a:moveTo>
                      <a:pt x="194748" y="8452"/>
                    </a:moveTo>
                    <a:lnTo>
                      <a:pt x="194748" y="716691"/>
                    </a:lnTo>
                    <a:lnTo>
                      <a:pt x="211428" y="733355"/>
                    </a:lnTo>
                    <a:lnTo>
                      <a:pt x="209763" y="733355"/>
                    </a:lnTo>
                    <a:lnTo>
                      <a:pt x="209763" y="968874"/>
                    </a:lnTo>
                    <a:lnTo>
                      <a:pt x="69249" y="1109228"/>
                    </a:lnTo>
                    <a:lnTo>
                      <a:pt x="69249" y="1384558"/>
                    </a:lnTo>
                    <a:lnTo>
                      <a:pt x="160380" y="1475705"/>
                    </a:lnTo>
                    <a:cubicBezTo>
                      <a:pt x="158619" y="1479579"/>
                      <a:pt x="157594" y="1483853"/>
                      <a:pt x="157594" y="1488399"/>
                    </a:cubicBezTo>
                    <a:cubicBezTo>
                      <a:pt x="157594" y="1502438"/>
                      <a:pt x="166943" y="1513979"/>
                      <a:pt x="179717" y="1517693"/>
                    </a:cubicBezTo>
                    <a:lnTo>
                      <a:pt x="179717" y="1733715"/>
                    </a:lnTo>
                    <a:lnTo>
                      <a:pt x="19929" y="1893423"/>
                    </a:lnTo>
                    <a:lnTo>
                      <a:pt x="19929" y="2251448"/>
                    </a:lnTo>
                    <a:cubicBezTo>
                      <a:pt x="8292" y="2255850"/>
                      <a:pt x="0" y="2266991"/>
                      <a:pt x="0" y="2280213"/>
                    </a:cubicBezTo>
                    <a:cubicBezTo>
                      <a:pt x="0" y="2297133"/>
                      <a:pt x="13767" y="2311028"/>
                      <a:pt x="30831" y="2311028"/>
                    </a:cubicBezTo>
                    <a:cubicBezTo>
                      <a:pt x="47895" y="2311028"/>
                      <a:pt x="61645" y="2297133"/>
                      <a:pt x="61645" y="2280213"/>
                    </a:cubicBezTo>
                    <a:cubicBezTo>
                      <a:pt x="61645" y="2266991"/>
                      <a:pt x="53353" y="2255850"/>
                      <a:pt x="41716" y="2251448"/>
                    </a:cubicBezTo>
                    <a:lnTo>
                      <a:pt x="41716" y="1902291"/>
                    </a:lnTo>
                    <a:lnTo>
                      <a:pt x="179701" y="1764306"/>
                    </a:lnTo>
                    <a:lnTo>
                      <a:pt x="179701" y="2068113"/>
                    </a:lnTo>
                    <a:cubicBezTo>
                      <a:pt x="167663" y="2072323"/>
                      <a:pt x="159003" y="2083672"/>
                      <a:pt x="159003" y="2096927"/>
                    </a:cubicBezTo>
                    <a:cubicBezTo>
                      <a:pt x="159003" y="2114007"/>
                      <a:pt x="172754" y="2127901"/>
                      <a:pt x="189818" y="2127901"/>
                    </a:cubicBezTo>
                    <a:cubicBezTo>
                      <a:pt x="206722" y="2127901"/>
                      <a:pt x="220488" y="2114007"/>
                      <a:pt x="220488" y="2096927"/>
                    </a:cubicBezTo>
                    <a:cubicBezTo>
                      <a:pt x="220488" y="2084281"/>
                      <a:pt x="212645" y="2073283"/>
                      <a:pt x="201519" y="2068641"/>
                    </a:cubicBezTo>
                    <a:lnTo>
                      <a:pt x="201519" y="1742503"/>
                    </a:lnTo>
                    <a:lnTo>
                      <a:pt x="369535" y="1574472"/>
                    </a:lnTo>
                    <a:lnTo>
                      <a:pt x="369535" y="860695"/>
                    </a:lnTo>
                    <a:lnTo>
                      <a:pt x="216534" y="707534"/>
                    </a:lnTo>
                    <a:lnTo>
                      <a:pt x="216534" y="0"/>
                    </a:lnTo>
                    <a:cubicBezTo>
                      <a:pt x="209283" y="2721"/>
                      <a:pt x="202015" y="5619"/>
                      <a:pt x="194748" y="8452"/>
                    </a:cubicBezTo>
                    <a:close/>
                    <a:moveTo>
                      <a:pt x="231405" y="977726"/>
                    </a:moveTo>
                    <a:lnTo>
                      <a:pt x="231405" y="753348"/>
                    </a:lnTo>
                    <a:lnTo>
                      <a:pt x="347892" y="869835"/>
                    </a:lnTo>
                    <a:lnTo>
                      <a:pt x="347892" y="1565604"/>
                    </a:lnTo>
                    <a:lnTo>
                      <a:pt x="201519" y="1711897"/>
                    </a:lnTo>
                    <a:lnTo>
                      <a:pt x="201519" y="1516028"/>
                    </a:lnTo>
                    <a:cubicBezTo>
                      <a:pt x="211908" y="1511130"/>
                      <a:pt x="219224" y="1500709"/>
                      <a:pt x="219224" y="1488367"/>
                    </a:cubicBezTo>
                    <a:cubicBezTo>
                      <a:pt x="219224" y="1471303"/>
                      <a:pt x="205313" y="1457553"/>
                      <a:pt x="188393" y="1457553"/>
                    </a:cubicBezTo>
                    <a:cubicBezTo>
                      <a:pt x="183863" y="1457553"/>
                      <a:pt x="179605" y="1458577"/>
                      <a:pt x="175731" y="1460322"/>
                    </a:cubicBezTo>
                    <a:lnTo>
                      <a:pt x="91019" y="1375370"/>
                    </a:lnTo>
                    <a:lnTo>
                      <a:pt x="91019" y="1118080"/>
                    </a:lnTo>
                    <a:lnTo>
                      <a:pt x="231405" y="97772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09" name="Google Shape;309;p3"/>
              <p:cNvSpPr/>
              <p:nvPr/>
            </p:nvSpPr>
            <p:spPr>
              <a:xfrm>
                <a:off x="13009276" y="2123798"/>
                <a:ext cx="435293" cy="2557304"/>
              </a:xfrm>
              <a:custGeom>
                <a:avLst/>
                <a:gdLst/>
                <a:ahLst/>
                <a:cxnLst/>
                <a:rect l="l" t="t" r="r" b="b"/>
                <a:pathLst>
                  <a:path w="435293" h="2557304" extrusionOk="0">
                    <a:moveTo>
                      <a:pt x="0" y="1130806"/>
                    </a:moveTo>
                    <a:lnTo>
                      <a:pt x="0" y="1415965"/>
                    </a:lnTo>
                    <a:lnTo>
                      <a:pt x="198366" y="1614475"/>
                    </a:lnTo>
                    <a:lnTo>
                      <a:pt x="198366" y="2264734"/>
                    </a:lnTo>
                    <a:lnTo>
                      <a:pt x="308850" y="2375218"/>
                    </a:lnTo>
                    <a:lnTo>
                      <a:pt x="308850" y="2498669"/>
                    </a:lnTo>
                    <a:cubicBezTo>
                      <a:pt x="298221" y="2503519"/>
                      <a:pt x="290825" y="2514132"/>
                      <a:pt x="290825" y="2526490"/>
                    </a:cubicBezTo>
                    <a:cubicBezTo>
                      <a:pt x="290825" y="2543554"/>
                      <a:pt x="304592" y="2557304"/>
                      <a:pt x="321640" y="2557304"/>
                    </a:cubicBezTo>
                    <a:cubicBezTo>
                      <a:pt x="338560" y="2557304"/>
                      <a:pt x="352310" y="2543554"/>
                      <a:pt x="352310" y="2526490"/>
                    </a:cubicBezTo>
                    <a:cubicBezTo>
                      <a:pt x="352310" y="2512739"/>
                      <a:pt x="343154" y="2501214"/>
                      <a:pt x="330652" y="2497340"/>
                    </a:cubicBezTo>
                    <a:lnTo>
                      <a:pt x="330652" y="2366238"/>
                    </a:lnTo>
                    <a:lnTo>
                      <a:pt x="220168" y="2255738"/>
                    </a:lnTo>
                    <a:lnTo>
                      <a:pt x="220168" y="1605335"/>
                    </a:lnTo>
                    <a:lnTo>
                      <a:pt x="21802" y="1407129"/>
                    </a:lnTo>
                    <a:lnTo>
                      <a:pt x="21802" y="1139658"/>
                    </a:lnTo>
                    <a:lnTo>
                      <a:pt x="435294" y="726167"/>
                    </a:lnTo>
                    <a:lnTo>
                      <a:pt x="435294" y="532876"/>
                    </a:lnTo>
                    <a:lnTo>
                      <a:pt x="346772" y="444050"/>
                    </a:lnTo>
                    <a:lnTo>
                      <a:pt x="346772" y="0"/>
                    </a:lnTo>
                    <a:cubicBezTo>
                      <a:pt x="339488" y="3602"/>
                      <a:pt x="332237" y="7331"/>
                      <a:pt x="324969" y="11029"/>
                    </a:cubicBezTo>
                    <a:lnTo>
                      <a:pt x="324969" y="453206"/>
                    </a:lnTo>
                    <a:lnTo>
                      <a:pt x="413459" y="541728"/>
                    </a:lnTo>
                    <a:lnTo>
                      <a:pt x="413459" y="717171"/>
                    </a:lnTo>
                    <a:lnTo>
                      <a:pt x="0" y="1130806"/>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0" name="Google Shape;310;p3"/>
              <p:cNvSpPr/>
              <p:nvPr/>
            </p:nvSpPr>
            <p:spPr>
              <a:xfrm>
                <a:off x="13724846" y="1911090"/>
                <a:ext cx="1956187" cy="3529331"/>
              </a:xfrm>
              <a:custGeom>
                <a:avLst/>
                <a:gdLst/>
                <a:ahLst/>
                <a:cxnLst/>
                <a:rect l="l" t="t" r="r" b="b"/>
                <a:pathLst>
                  <a:path w="1956187" h="3529331" extrusionOk="0">
                    <a:moveTo>
                      <a:pt x="1920715" y="548243"/>
                    </a:moveTo>
                    <a:lnTo>
                      <a:pt x="1920715" y="883249"/>
                    </a:lnTo>
                    <a:cubicBezTo>
                      <a:pt x="1901362" y="883249"/>
                      <a:pt x="1885403" y="899241"/>
                      <a:pt x="1885403" y="918834"/>
                    </a:cubicBezTo>
                    <a:cubicBezTo>
                      <a:pt x="1885403" y="927654"/>
                      <a:pt x="1888748" y="935626"/>
                      <a:pt x="1894079" y="941853"/>
                    </a:cubicBezTo>
                    <a:lnTo>
                      <a:pt x="1757518" y="1078398"/>
                    </a:lnTo>
                    <a:lnTo>
                      <a:pt x="1757518" y="968906"/>
                    </a:lnTo>
                    <a:cubicBezTo>
                      <a:pt x="1768099" y="962727"/>
                      <a:pt x="1775302" y="951394"/>
                      <a:pt x="1775302" y="938299"/>
                    </a:cubicBezTo>
                    <a:cubicBezTo>
                      <a:pt x="1775302" y="918706"/>
                      <a:pt x="1759327" y="902715"/>
                      <a:pt x="1739734" y="902715"/>
                    </a:cubicBezTo>
                    <a:cubicBezTo>
                      <a:pt x="1720140" y="902715"/>
                      <a:pt x="1704421" y="918706"/>
                      <a:pt x="1704421" y="938299"/>
                    </a:cubicBezTo>
                    <a:cubicBezTo>
                      <a:pt x="1704421" y="957893"/>
                      <a:pt x="1720140" y="973852"/>
                      <a:pt x="1739734" y="973852"/>
                    </a:cubicBezTo>
                    <a:lnTo>
                      <a:pt x="1739734" y="1096182"/>
                    </a:lnTo>
                    <a:lnTo>
                      <a:pt x="1565427" y="1270504"/>
                    </a:lnTo>
                    <a:cubicBezTo>
                      <a:pt x="1559457" y="1265990"/>
                      <a:pt x="1552125" y="1263221"/>
                      <a:pt x="1544105" y="1263221"/>
                    </a:cubicBezTo>
                    <a:cubicBezTo>
                      <a:pt x="1524512" y="1263221"/>
                      <a:pt x="1508552" y="1279196"/>
                      <a:pt x="1508552" y="1298774"/>
                    </a:cubicBezTo>
                    <a:cubicBezTo>
                      <a:pt x="1508552" y="1315358"/>
                      <a:pt x="1520622" y="1329556"/>
                      <a:pt x="1536630" y="1332998"/>
                    </a:cubicBezTo>
                    <a:lnTo>
                      <a:pt x="1536630" y="1462659"/>
                    </a:lnTo>
                    <a:lnTo>
                      <a:pt x="1279932" y="1719420"/>
                    </a:lnTo>
                    <a:lnTo>
                      <a:pt x="1080815" y="1520302"/>
                    </a:lnTo>
                    <a:cubicBezTo>
                      <a:pt x="1084048" y="1514940"/>
                      <a:pt x="1086017" y="1508745"/>
                      <a:pt x="1086017" y="1502038"/>
                    </a:cubicBezTo>
                    <a:cubicBezTo>
                      <a:pt x="1086017" y="1485406"/>
                      <a:pt x="1074444" y="1471847"/>
                      <a:pt x="1058964" y="1468102"/>
                    </a:cubicBezTo>
                    <a:lnTo>
                      <a:pt x="1058964" y="269119"/>
                    </a:lnTo>
                    <a:lnTo>
                      <a:pt x="963303" y="173538"/>
                    </a:lnTo>
                    <a:lnTo>
                      <a:pt x="963303" y="31007"/>
                    </a:lnTo>
                    <a:cubicBezTo>
                      <a:pt x="957380" y="30046"/>
                      <a:pt x="951473" y="29070"/>
                      <a:pt x="945503" y="28157"/>
                    </a:cubicBezTo>
                    <a:lnTo>
                      <a:pt x="945503" y="155770"/>
                    </a:lnTo>
                    <a:lnTo>
                      <a:pt x="799946" y="10309"/>
                    </a:lnTo>
                    <a:cubicBezTo>
                      <a:pt x="790870" y="9476"/>
                      <a:pt x="781761" y="8708"/>
                      <a:pt x="772621" y="7972"/>
                    </a:cubicBezTo>
                    <a:lnTo>
                      <a:pt x="945519" y="181094"/>
                    </a:lnTo>
                    <a:lnTo>
                      <a:pt x="945519" y="668572"/>
                    </a:lnTo>
                    <a:lnTo>
                      <a:pt x="827447" y="786644"/>
                    </a:lnTo>
                    <a:lnTo>
                      <a:pt x="827447" y="1392130"/>
                    </a:lnTo>
                    <a:cubicBezTo>
                      <a:pt x="826406" y="1391521"/>
                      <a:pt x="825366" y="1390897"/>
                      <a:pt x="824261" y="1390401"/>
                    </a:cubicBezTo>
                    <a:lnTo>
                      <a:pt x="824261" y="712753"/>
                    </a:lnTo>
                    <a:lnTo>
                      <a:pt x="618756" y="506783"/>
                    </a:lnTo>
                    <a:cubicBezTo>
                      <a:pt x="619861" y="503342"/>
                      <a:pt x="620613" y="499756"/>
                      <a:pt x="620613" y="495962"/>
                    </a:cubicBezTo>
                    <a:cubicBezTo>
                      <a:pt x="620613" y="482884"/>
                      <a:pt x="613394" y="471535"/>
                      <a:pt x="602829" y="465340"/>
                    </a:cubicBezTo>
                    <a:lnTo>
                      <a:pt x="602829" y="176"/>
                    </a:lnTo>
                    <a:cubicBezTo>
                      <a:pt x="595529" y="96"/>
                      <a:pt x="588246" y="16"/>
                      <a:pt x="580914" y="0"/>
                    </a:cubicBezTo>
                    <a:lnTo>
                      <a:pt x="580914" y="109716"/>
                    </a:lnTo>
                    <a:lnTo>
                      <a:pt x="375617" y="315333"/>
                    </a:lnTo>
                    <a:lnTo>
                      <a:pt x="375617" y="8644"/>
                    </a:lnTo>
                    <a:cubicBezTo>
                      <a:pt x="369695" y="9156"/>
                      <a:pt x="363756" y="9797"/>
                      <a:pt x="357833" y="10357"/>
                    </a:cubicBezTo>
                    <a:lnTo>
                      <a:pt x="357833" y="333149"/>
                    </a:lnTo>
                    <a:lnTo>
                      <a:pt x="268015" y="423112"/>
                    </a:lnTo>
                    <a:cubicBezTo>
                      <a:pt x="263677" y="421191"/>
                      <a:pt x="258890" y="420086"/>
                      <a:pt x="253816" y="420086"/>
                    </a:cubicBezTo>
                    <a:cubicBezTo>
                      <a:pt x="234223" y="420086"/>
                      <a:pt x="218247" y="436062"/>
                      <a:pt x="218247" y="455639"/>
                    </a:cubicBezTo>
                    <a:cubicBezTo>
                      <a:pt x="218247" y="471327"/>
                      <a:pt x="228572" y="484565"/>
                      <a:pt x="242739" y="489271"/>
                    </a:cubicBezTo>
                    <a:lnTo>
                      <a:pt x="242739" y="807261"/>
                    </a:lnTo>
                    <a:lnTo>
                      <a:pt x="543217" y="1107723"/>
                    </a:lnTo>
                    <a:cubicBezTo>
                      <a:pt x="540079" y="1112942"/>
                      <a:pt x="538142" y="1118993"/>
                      <a:pt x="538142" y="1125588"/>
                    </a:cubicBezTo>
                    <a:cubicBezTo>
                      <a:pt x="538142" y="1142092"/>
                      <a:pt x="549555" y="1155938"/>
                      <a:pt x="564699" y="1159908"/>
                    </a:cubicBezTo>
                    <a:lnTo>
                      <a:pt x="564699" y="1670037"/>
                    </a:lnTo>
                    <a:lnTo>
                      <a:pt x="51464" y="2183064"/>
                    </a:lnTo>
                    <a:cubicBezTo>
                      <a:pt x="46678" y="2180630"/>
                      <a:pt x="41332" y="2179110"/>
                      <a:pt x="35553" y="2179110"/>
                    </a:cubicBezTo>
                    <a:cubicBezTo>
                      <a:pt x="15959" y="2179110"/>
                      <a:pt x="0" y="2195085"/>
                      <a:pt x="0" y="2214166"/>
                    </a:cubicBezTo>
                    <a:cubicBezTo>
                      <a:pt x="0" y="2227244"/>
                      <a:pt x="7203" y="2238594"/>
                      <a:pt x="17768" y="2244773"/>
                    </a:cubicBezTo>
                    <a:lnTo>
                      <a:pt x="17768" y="3323106"/>
                    </a:lnTo>
                    <a:lnTo>
                      <a:pt x="166975" y="3472297"/>
                    </a:lnTo>
                    <a:cubicBezTo>
                      <a:pt x="162397" y="3478283"/>
                      <a:pt x="159579" y="3485663"/>
                      <a:pt x="159579" y="3493763"/>
                    </a:cubicBezTo>
                    <a:cubicBezTo>
                      <a:pt x="159579" y="3513356"/>
                      <a:pt x="175555" y="3529332"/>
                      <a:pt x="195132" y="3529332"/>
                    </a:cubicBezTo>
                    <a:cubicBezTo>
                      <a:pt x="214709" y="3529332"/>
                      <a:pt x="230445" y="3513356"/>
                      <a:pt x="230445" y="3493763"/>
                    </a:cubicBezTo>
                    <a:cubicBezTo>
                      <a:pt x="230445" y="3474169"/>
                      <a:pt x="214709" y="3458194"/>
                      <a:pt x="195132" y="3458194"/>
                    </a:cubicBezTo>
                    <a:cubicBezTo>
                      <a:pt x="190058" y="3458194"/>
                      <a:pt x="185255" y="3459298"/>
                      <a:pt x="180901" y="3461219"/>
                    </a:cubicBezTo>
                    <a:lnTo>
                      <a:pt x="35569" y="3315903"/>
                    </a:lnTo>
                    <a:lnTo>
                      <a:pt x="35569" y="2249767"/>
                    </a:lnTo>
                    <a:cubicBezTo>
                      <a:pt x="55162" y="2249767"/>
                      <a:pt x="70881" y="2233776"/>
                      <a:pt x="70881" y="2214182"/>
                    </a:cubicBezTo>
                    <a:cubicBezTo>
                      <a:pt x="70881" y="2207011"/>
                      <a:pt x="68656" y="2200288"/>
                      <a:pt x="64863" y="2194685"/>
                    </a:cubicBezTo>
                    <a:lnTo>
                      <a:pt x="564667" y="1695041"/>
                    </a:lnTo>
                    <a:lnTo>
                      <a:pt x="564667" y="2196622"/>
                    </a:lnTo>
                    <a:cubicBezTo>
                      <a:pt x="549523" y="2200592"/>
                      <a:pt x="538110" y="2214406"/>
                      <a:pt x="538110" y="2230926"/>
                    </a:cubicBezTo>
                    <a:cubicBezTo>
                      <a:pt x="538110" y="2237393"/>
                      <a:pt x="539983" y="2243316"/>
                      <a:pt x="543008" y="2248486"/>
                    </a:cubicBezTo>
                    <a:lnTo>
                      <a:pt x="304560" y="2487159"/>
                    </a:lnTo>
                    <a:lnTo>
                      <a:pt x="304560" y="2829657"/>
                    </a:lnTo>
                    <a:cubicBezTo>
                      <a:pt x="290985" y="2834603"/>
                      <a:pt x="281109" y="2847618"/>
                      <a:pt x="281109" y="2862985"/>
                    </a:cubicBezTo>
                    <a:cubicBezTo>
                      <a:pt x="281109" y="2882594"/>
                      <a:pt x="297100" y="2898570"/>
                      <a:pt x="316421" y="2898570"/>
                    </a:cubicBezTo>
                    <a:cubicBezTo>
                      <a:pt x="336015" y="2898570"/>
                      <a:pt x="351990" y="2882594"/>
                      <a:pt x="351990" y="2862985"/>
                    </a:cubicBezTo>
                    <a:cubicBezTo>
                      <a:pt x="351990" y="2845424"/>
                      <a:pt x="339120" y="2830874"/>
                      <a:pt x="322344" y="2828024"/>
                    </a:cubicBezTo>
                    <a:lnTo>
                      <a:pt x="322344" y="2494379"/>
                    </a:lnTo>
                    <a:lnTo>
                      <a:pt x="555799" y="2261148"/>
                    </a:lnTo>
                    <a:cubicBezTo>
                      <a:pt x="561017" y="2264142"/>
                      <a:pt x="566988" y="2265983"/>
                      <a:pt x="573407" y="2265983"/>
                    </a:cubicBezTo>
                    <a:cubicBezTo>
                      <a:pt x="593256" y="2265983"/>
                      <a:pt x="608976" y="2250519"/>
                      <a:pt x="608976" y="2230926"/>
                    </a:cubicBezTo>
                    <a:cubicBezTo>
                      <a:pt x="608976" y="2214438"/>
                      <a:pt x="597786" y="2200656"/>
                      <a:pt x="582419" y="2196654"/>
                    </a:cubicBezTo>
                    <a:lnTo>
                      <a:pt x="582419" y="1677272"/>
                    </a:lnTo>
                    <a:lnTo>
                      <a:pt x="745360" y="1514380"/>
                    </a:lnTo>
                    <a:lnTo>
                      <a:pt x="1115071" y="1884298"/>
                    </a:lnTo>
                    <a:lnTo>
                      <a:pt x="847536" y="2151913"/>
                    </a:lnTo>
                    <a:lnTo>
                      <a:pt x="847536" y="2514980"/>
                    </a:lnTo>
                    <a:cubicBezTo>
                      <a:pt x="835370" y="2520471"/>
                      <a:pt x="826918" y="2532509"/>
                      <a:pt x="826918" y="2546819"/>
                    </a:cubicBezTo>
                    <a:cubicBezTo>
                      <a:pt x="826918" y="2554535"/>
                      <a:pt x="829432" y="2561642"/>
                      <a:pt x="833578" y="2567485"/>
                    </a:cubicBezTo>
                    <a:lnTo>
                      <a:pt x="531483" y="2870060"/>
                    </a:lnTo>
                    <a:lnTo>
                      <a:pt x="531483" y="3123716"/>
                    </a:lnTo>
                    <a:cubicBezTo>
                      <a:pt x="520854" y="3129879"/>
                      <a:pt x="513715" y="3141260"/>
                      <a:pt x="513715" y="3154387"/>
                    </a:cubicBezTo>
                    <a:cubicBezTo>
                      <a:pt x="513715" y="3173964"/>
                      <a:pt x="529418" y="3189939"/>
                      <a:pt x="549267" y="3189939"/>
                    </a:cubicBezTo>
                    <a:cubicBezTo>
                      <a:pt x="568605" y="3189939"/>
                      <a:pt x="584580" y="3173964"/>
                      <a:pt x="584580" y="3154387"/>
                    </a:cubicBezTo>
                    <a:cubicBezTo>
                      <a:pt x="584580" y="3134809"/>
                      <a:pt x="568605" y="3118802"/>
                      <a:pt x="549267" y="3118802"/>
                    </a:cubicBezTo>
                    <a:lnTo>
                      <a:pt x="549267" y="2877280"/>
                    </a:lnTo>
                    <a:lnTo>
                      <a:pt x="847488" y="2579059"/>
                    </a:lnTo>
                    <a:cubicBezTo>
                      <a:pt x="851986" y="2581140"/>
                      <a:pt x="856933" y="2582388"/>
                      <a:pt x="862215" y="2582388"/>
                    </a:cubicBezTo>
                    <a:cubicBezTo>
                      <a:pt x="881808" y="2582388"/>
                      <a:pt x="897768" y="2566397"/>
                      <a:pt x="897768" y="2546803"/>
                    </a:cubicBezTo>
                    <a:cubicBezTo>
                      <a:pt x="897768" y="2528267"/>
                      <a:pt x="883425" y="2513604"/>
                      <a:pt x="865305" y="2512051"/>
                    </a:cubicBezTo>
                    <a:lnTo>
                      <a:pt x="865305" y="2159116"/>
                    </a:lnTo>
                    <a:lnTo>
                      <a:pt x="1126692" y="1897809"/>
                    </a:lnTo>
                    <a:lnTo>
                      <a:pt x="1126692" y="2636254"/>
                    </a:lnTo>
                    <a:lnTo>
                      <a:pt x="993941" y="2768764"/>
                    </a:lnTo>
                    <a:lnTo>
                      <a:pt x="993941" y="3279101"/>
                    </a:lnTo>
                    <a:cubicBezTo>
                      <a:pt x="978654" y="3283039"/>
                      <a:pt x="967401" y="3296886"/>
                      <a:pt x="967401" y="3313422"/>
                    </a:cubicBezTo>
                    <a:cubicBezTo>
                      <a:pt x="967401" y="3333031"/>
                      <a:pt x="983120" y="3348750"/>
                      <a:pt x="1002714" y="3348750"/>
                    </a:cubicBezTo>
                    <a:cubicBezTo>
                      <a:pt x="1022307" y="3348750"/>
                      <a:pt x="1038282" y="3333031"/>
                      <a:pt x="1038282" y="3313422"/>
                    </a:cubicBezTo>
                    <a:cubicBezTo>
                      <a:pt x="1038282" y="3296870"/>
                      <a:pt x="1026821" y="3283023"/>
                      <a:pt x="1011470" y="3279085"/>
                    </a:cubicBezTo>
                    <a:lnTo>
                      <a:pt x="1011470" y="2776496"/>
                    </a:lnTo>
                    <a:lnTo>
                      <a:pt x="1144477" y="2643489"/>
                    </a:lnTo>
                    <a:lnTo>
                      <a:pt x="1144477" y="1888716"/>
                    </a:lnTo>
                    <a:lnTo>
                      <a:pt x="1140138" y="1884378"/>
                    </a:lnTo>
                    <a:lnTo>
                      <a:pt x="1279917" y="1744632"/>
                    </a:lnTo>
                    <a:lnTo>
                      <a:pt x="1383950" y="1848505"/>
                    </a:lnTo>
                    <a:lnTo>
                      <a:pt x="1383950" y="2143269"/>
                    </a:lnTo>
                    <a:lnTo>
                      <a:pt x="1264869" y="2262349"/>
                    </a:lnTo>
                    <a:lnTo>
                      <a:pt x="1264869" y="2503199"/>
                    </a:lnTo>
                    <a:cubicBezTo>
                      <a:pt x="1248093" y="2506048"/>
                      <a:pt x="1235223" y="2520599"/>
                      <a:pt x="1235223" y="2538159"/>
                    </a:cubicBezTo>
                    <a:cubicBezTo>
                      <a:pt x="1235223" y="2557768"/>
                      <a:pt x="1251199" y="2573232"/>
                      <a:pt x="1270808" y="2573232"/>
                    </a:cubicBezTo>
                    <a:cubicBezTo>
                      <a:pt x="1290385" y="2573232"/>
                      <a:pt x="1306121" y="2557768"/>
                      <a:pt x="1306121" y="2538159"/>
                    </a:cubicBezTo>
                    <a:cubicBezTo>
                      <a:pt x="1306121" y="2522760"/>
                      <a:pt x="1296340" y="2509730"/>
                      <a:pt x="1282654" y="2504800"/>
                    </a:cubicBezTo>
                    <a:lnTo>
                      <a:pt x="1282654" y="2269584"/>
                    </a:lnTo>
                    <a:lnTo>
                      <a:pt x="1383934" y="2168304"/>
                    </a:lnTo>
                    <a:lnTo>
                      <a:pt x="1383934" y="2737934"/>
                    </a:lnTo>
                    <a:cubicBezTo>
                      <a:pt x="1367174" y="2740783"/>
                      <a:pt x="1354288" y="2755366"/>
                      <a:pt x="1354288" y="2772910"/>
                    </a:cubicBezTo>
                    <a:cubicBezTo>
                      <a:pt x="1354288" y="2792503"/>
                      <a:pt x="1370279" y="2807967"/>
                      <a:pt x="1389873" y="2807967"/>
                    </a:cubicBezTo>
                    <a:cubicBezTo>
                      <a:pt x="1409466" y="2807967"/>
                      <a:pt x="1425185" y="2792503"/>
                      <a:pt x="1425185" y="2772910"/>
                    </a:cubicBezTo>
                    <a:cubicBezTo>
                      <a:pt x="1425185" y="2757511"/>
                      <a:pt x="1415404" y="2744465"/>
                      <a:pt x="1401718" y="2739535"/>
                    </a:cubicBezTo>
                    <a:lnTo>
                      <a:pt x="1401718" y="2150520"/>
                    </a:lnTo>
                    <a:lnTo>
                      <a:pt x="1554334" y="1997904"/>
                    </a:lnTo>
                    <a:lnTo>
                      <a:pt x="1554334" y="1470279"/>
                    </a:lnTo>
                    <a:lnTo>
                      <a:pt x="1757438" y="1267239"/>
                    </a:lnTo>
                    <a:lnTo>
                      <a:pt x="1757438" y="1103401"/>
                    </a:lnTo>
                    <a:lnTo>
                      <a:pt x="1908709" y="952130"/>
                    </a:lnTo>
                    <a:cubicBezTo>
                      <a:pt x="1912455" y="953507"/>
                      <a:pt x="1916441" y="954371"/>
                      <a:pt x="1920635" y="954371"/>
                    </a:cubicBezTo>
                    <a:cubicBezTo>
                      <a:pt x="1940484" y="954371"/>
                      <a:pt x="1956188" y="938395"/>
                      <a:pt x="1956188" y="918818"/>
                    </a:cubicBezTo>
                    <a:cubicBezTo>
                      <a:pt x="1956188" y="905692"/>
                      <a:pt x="1949049" y="894311"/>
                      <a:pt x="1938420" y="888148"/>
                    </a:cubicBezTo>
                    <a:lnTo>
                      <a:pt x="1938420" y="572366"/>
                    </a:lnTo>
                    <a:cubicBezTo>
                      <a:pt x="1932705" y="564299"/>
                      <a:pt x="1926702" y="556279"/>
                      <a:pt x="1920715" y="548243"/>
                    </a:cubicBezTo>
                    <a:close/>
                    <a:moveTo>
                      <a:pt x="582451" y="1652269"/>
                    </a:moveTo>
                    <a:lnTo>
                      <a:pt x="582451" y="1159892"/>
                    </a:lnTo>
                    <a:cubicBezTo>
                      <a:pt x="597818" y="1155890"/>
                      <a:pt x="609008" y="1142076"/>
                      <a:pt x="609008" y="1125588"/>
                    </a:cubicBezTo>
                    <a:cubicBezTo>
                      <a:pt x="609008" y="1105995"/>
                      <a:pt x="593288" y="1090531"/>
                      <a:pt x="573439" y="1090531"/>
                    </a:cubicBezTo>
                    <a:cubicBezTo>
                      <a:pt x="567020" y="1090531"/>
                      <a:pt x="561065" y="1092356"/>
                      <a:pt x="555847" y="1095350"/>
                    </a:cubicBezTo>
                    <a:lnTo>
                      <a:pt x="260507" y="800010"/>
                    </a:lnTo>
                    <a:lnTo>
                      <a:pt x="260507" y="490536"/>
                    </a:lnTo>
                    <a:cubicBezTo>
                      <a:pt x="276851" y="487382"/>
                      <a:pt x="289113" y="472927"/>
                      <a:pt x="289113" y="455639"/>
                    </a:cubicBezTo>
                    <a:cubicBezTo>
                      <a:pt x="289113" y="447587"/>
                      <a:pt x="286359" y="440240"/>
                      <a:pt x="281877" y="434269"/>
                    </a:cubicBezTo>
                    <a:lnTo>
                      <a:pt x="357833" y="358313"/>
                    </a:lnTo>
                    <a:lnTo>
                      <a:pt x="357833" y="434093"/>
                    </a:lnTo>
                    <a:lnTo>
                      <a:pt x="673358" y="749362"/>
                    </a:lnTo>
                    <a:lnTo>
                      <a:pt x="673358" y="1404296"/>
                    </a:lnTo>
                    <a:cubicBezTo>
                      <a:pt x="658071" y="1408249"/>
                      <a:pt x="646801" y="1422096"/>
                      <a:pt x="646801" y="1438648"/>
                    </a:cubicBezTo>
                    <a:cubicBezTo>
                      <a:pt x="646801" y="1458225"/>
                      <a:pt x="662521" y="1474233"/>
                      <a:pt x="682114" y="1474233"/>
                    </a:cubicBezTo>
                    <a:cubicBezTo>
                      <a:pt x="688725" y="1474233"/>
                      <a:pt x="694872" y="1472296"/>
                      <a:pt x="700187" y="1469110"/>
                    </a:cubicBezTo>
                    <a:lnTo>
                      <a:pt x="732922" y="1501862"/>
                    </a:lnTo>
                    <a:lnTo>
                      <a:pt x="582451" y="1652269"/>
                    </a:lnTo>
                    <a:close/>
                    <a:moveTo>
                      <a:pt x="712625" y="1456560"/>
                    </a:moveTo>
                    <a:cubicBezTo>
                      <a:pt x="715746" y="1451278"/>
                      <a:pt x="717651" y="1445195"/>
                      <a:pt x="717651" y="1438648"/>
                    </a:cubicBezTo>
                    <a:cubicBezTo>
                      <a:pt x="717651" y="1422192"/>
                      <a:pt x="706318" y="1408409"/>
                      <a:pt x="691094" y="1404376"/>
                    </a:cubicBezTo>
                    <a:lnTo>
                      <a:pt x="691094" y="742143"/>
                    </a:lnTo>
                    <a:lnTo>
                      <a:pt x="375585" y="426361"/>
                    </a:lnTo>
                    <a:lnTo>
                      <a:pt x="375585" y="340529"/>
                    </a:lnTo>
                    <a:lnTo>
                      <a:pt x="585012" y="131102"/>
                    </a:lnTo>
                    <a:lnTo>
                      <a:pt x="585012" y="460378"/>
                    </a:lnTo>
                    <a:cubicBezTo>
                      <a:pt x="565419" y="460378"/>
                      <a:pt x="549700" y="476369"/>
                      <a:pt x="549700" y="495962"/>
                    </a:cubicBezTo>
                    <a:cubicBezTo>
                      <a:pt x="549700" y="515556"/>
                      <a:pt x="565435" y="531803"/>
                      <a:pt x="585012" y="531803"/>
                    </a:cubicBezTo>
                    <a:cubicBezTo>
                      <a:pt x="594313" y="531803"/>
                      <a:pt x="602733" y="528058"/>
                      <a:pt x="609088" y="522119"/>
                    </a:cubicBezTo>
                    <a:lnTo>
                      <a:pt x="806717" y="719956"/>
                    </a:lnTo>
                    <a:lnTo>
                      <a:pt x="806717" y="1387375"/>
                    </a:lnTo>
                    <a:cubicBezTo>
                      <a:pt x="788452" y="1388848"/>
                      <a:pt x="773950" y="1404023"/>
                      <a:pt x="773950" y="1422672"/>
                    </a:cubicBezTo>
                    <a:cubicBezTo>
                      <a:pt x="773950" y="1433189"/>
                      <a:pt x="778656" y="1442426"/>
                      <a:pt x="785955" y="1448797"/>
                    </a:cubicBezTo>
                    <a:lnTo>
                      <a:pt x="745392" y="1489344"/>
                    </a:lnTo>
                    <a:lnTo>
                      <a:pt x="712625" y="1456560"/>
                    </a:lnTo>
                    <a:close/>
                    <a:moveTo>
                      <a:pt x="1127605" y="1871780"/>
                    </a:moveTo>
                    <a:lnTo>
                      <a:pt x="757910" y="1501862"/>
                    </a:lnTo>
                    <a:lnTo>
                      <a:pt x="802731" y="1457056"/>
                    </a:lnTo>
                    <a:cubicBezTo>
                      <a:pt x="804940" y="1457473"/>
                      <a:pt x="807229" y="1457729"/>
                      <a:pt x="809566" y="1457729"/>
                    </a:cubicBezTo>
                    <a:cubicBezTo>
                      <a:pt x="829160" y="1457729"/>
                      <a:pt x="845151" y="1442265"/>
                      <a:pt x="845151" y="1422672"/>
                    </a:cubicBezTo>
                    <a:cubicBezTo>
                      <a:pt x="845151" y="1420191"/>
                      <a:pt x="844879" y="1417758"/>
                      <a:pt x="844399" y="1415421"/>
                    </a:cubicBezTo>
                    <a:lnTo>
                      <a:pt x="845263" y="1414556"/>
                    </a:lnTo>
                    <a:lnTo>
                      <a:pt x="845263" y="793831"/>
                    </a:lnTo>
                    <a:lnTo>
                      <a:pt x="963335" y="675791"/>
                    </a:lnTo>
                    <a:lnTo>
                      <a:pt x="963335" y="198878"/>
                    </a:lnTo>
                    <a:lnTo>
                      <a:pt x="1041196" y="276851"/>
                    </a:lnTo>
                    <a:lnTo>
                      <a:pt x="1041196" y="1468342"/>
                    </a:lnTo>
                    <a:cubicBezTo>
                      <a:pt x="1026181" y="1472344"/>
                      <a:pt x="1015168" y="1485694"/>
                      <a:pt x="1015168" y="1502038"/>
                    </a:cubicBezTo>
                    <a:cubicBezTo>
                      <a:pt x="1015168" y="1521647"/>
                      <a:pt x="1030871" y="1537622"/>
                      <a:pt x="1050464" y="1537622"/>
                    </a:cubicBezTo>
                    <a:cubicBezTo>
                      <a:pt x="1056835" y="1537622"/>
                      <a:pt x="1062726" y="1535798"/>
                      <a:pt x="1067912" y="1532852"/>
                    </a:cubicBezTo>
                    <a:lnTo>
                      <a:pt x="1267383" y="1732002"/>
                    </a:lnTo>
                    <a:lnTo>
                      <a:pt x="1127605" y="1871780"/>
                    </a:lnTo>
                    <a:close/>
                    <a:moveTo>
                      <a:pt x="1536630" y="1990637"/>
                    </a:moveTo>
                    <a:lnTo>
                      <a:pt x="1401798" y="2125468"/>
                    </a:lnTo>
                    <a:lnTo>
                      <a:pt x="1401798" y="1841286"/>
                    </a:lnTo>
                    <a:lnTo>
                      <a:pt x="1292562" y="1732050"/>
                    </a:lnTo>
                    <a:lnTo>
                      <a:pt x="1536630" y="1488047"/>
                    </a:lnTo>
                    <a:lnTo>
                      <a:pt x="1536630" y="1990637"/>
                    </a:lnTo>
                    <a:close/>
                    <a:moveTo>
                      <a:pt x="1739734" y="1259491"/>
                    </a:moveTo>
                    <a:lnTo>
                      <a:pt x="1554414" y="1444859"/>
                    </a:lnTo>
                    <a:lnTo>
                      <a:pt x="1554414" y="1332117"/>
                    </a:lnTo>
                    <a:cubicBezTo>
                      <a:pt x="1568965" y="1327667"/>
                      <a:pt x="1579674" y="1314333"/>
                      <a:pt x="1579674" y="1298774"/>
                    </a:cubicBezTo>
                    <a:cubicBezTo>
                      <a:pt x="1579674" y="1293635"/>
                      <a:pt x="1578522" y="1288785"/>
                      <a:pt x="1576553" y="1284367"/>
                    </a:cubicBezTo>
                    <a:lnTo>
                      <a:pt x="1739734" y="1121186"/>
                    </a:lnTo>
                    <a:lnTo>
                      <a:pt x="1739734" y="1259491"/>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11" name="Google Shape;311;p3"/>
              <p:cNvSpPr/>
              <p:nvPr/>
            </p:nvSpPr>
            <p:spPr>
              <a:xfrm>
                <a:off x="12739148" y="2570249"/>
                <a:ext cx="414467" cy="1525616"/>
              </a:xfrm>
              <a:custGeom>
                <a:avLst/>
                <a:gdLst/>
                <a:ahLst/>
                <a:cxnLst/>
                <a:rect l="l" t="t" r="r" b="b"/>
                <a:pathLst>
                  <a:path w="414467" h="1525616" extrusionOk="0">
                    <a:moveTo>
                      <a:pt x="35569" y="378259"/>
                    </a:moveTo>
                    <a:cubicBezTo>
                      <a:pt x="42084" y="378259"/>
                      <a:pt x="48087" y="376370"/>
                      <a:pt x="53305" y="373312"/>
                    </a:cubicBezTo>
                    <a:lnTo>
                      <a:pt x="127852" y="447860"/>
                    </a:lnTo>
                    <a:lnTo>
                      <a:pt x="127852" y="932361"/>
                    </a:lnTo>
                    <a:cubicBezTo>
                      <a:pt x="114086" y="937275"/>
                      <a:pt x="104129" y="950321"/>
                      <a:pt x="104129" y="965720"/>
                    </a:cubicBezTo>
                    <a:cubicBezTo>
                      <a:pt x="104129" y="985314"/>
                      <a:pt x="120105" y="1001305"/>
                      <a:pt x="139698" y="1001305"/>
                    </a:cubicBezTo>
                    <a:cubicBezTo>
                      <a:pt x="144468" y="1001305"/>
                      <a:pt x="148982" y="1000329"/>
                      <a:pt x="153112" y="998616"/>
                    </a:cubicBezTo>
                    <a:lnTo>
                      <a:pt x="370143" y="1210108"/>
                    </a:lnTo>
                    <a:lnTo>
                      <a:pt x="370143" y="1456176"/>
                    </a:lnTo>
                    <a:cubicBezTo>
                      <a:pt x="354856" y="1460018"/>
                      <a:pt x="343586" y="1473496"/>
                      <a:pt x="343586" y="1490064"/>
                    </a:cubicBezTo>
                    <a:cubicBezTo>
                      <a:pt x="343586" y="1509641"/>
                      <a:pt x="359322" y="1525617"/>
                      <a:pt x="378899" y="1525617"/>
                    </a:cubicBezTo>
                    <a:cubicBezTo>
                      <a:pt x="398492" y="1525617"/>
                      <a:pt x="414468" y="1509641"/>
                      <a:pt x="414468" y="1490064"/>
                    </a:cubicBezTo>
                    <a:cubicBezTo>
                      <a:pt x="414468" y="1473496"/>
                      <a:pt x="403006" y="1460002"/>
                      <a:pt x="387655" y="1456176"/>
                    </a:cubicBezTo>
                    <a:lnTo>
                      <a:pt x="387655" y="1202904"/>
                    </a:lnTo>
                    <a:lnTo>
                      <a:pt x="167215" y="987811"/>
                    </a:lnTo>
                    <a:cubicBezTo>
                      <a:pt x="172033" y="981712"/>
                      <a:pt x="175027" y="974108"/>
                      <a:pt x="175027" y="965736"/>
                    </a:cubicBezTo>
                    <a:cubicBezTo>
                      <a:pt x="175027" y="948176"/>
                      <a:pt x="162365" y="933625"/>
                      <a:pt x="145637" y="930776"/>
                    </a:cubicBezTo>
                    <a:lnTo>
                      <a:pt x="145637" y="440656"/>
                    </a:lnTo>
                    <a:lnTo>
                      <a:pt x="65855" y="360874"/>
                    </a:lnTo>
                    <a:cubicBezTo>
                      <a:pt x="68977" y="355640"/>
                      <a:pt x="70881" y="349637"/>
                      <a:pt x="70881" y="343202"/>
                    </a:cubicBezTo>
                    <a:cubicBezTo>
                      <a:pt x="70881" y="326954"/>
                      <a:pt x="59980" y="313332"/>
                      <a:pt x="45109" y="309122"/>
                    </a:cubicBezTo>
                    <a:lnTo>
                      <a:pt x="45109" y="0"/>
                    </a:lnTo>
                    <a:cubicBezTo>
                      <a:pt x="39042" y="7572"/>
                      <a:pt x="33184" y="15207"/>
                      <a:pt x="27325" y="22843"/>
                    </a:cubicBezTo>
                    <a:lnTo>
                      <a:pt x="27325" y="308706"/>
                    </a:lnTo>
                    <a:cubicBezTo>
                      <a:pt x="11702" y="312452"/>
                      <a:pt x="0" y="326458"/>
                      <a:pt x="0" y="343186"/>
                    </a:cubicBezTo>
                    <a:cubicBezTo>
                      <a:pt x="0" y="362283"/>
                      <a:pt x="15976" y="378259"/>
                      <a:pt x="35569" y="37825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pic>
          <p:nvPicPr>
            <p:cNvPr id="312" name="Google Shape;312;p3"/>
            <p:cNvPicPr preferRelativeResize="0"/>
            <p:nvPr/>
          </p:nvPicPr>
          <p:blipFill rotWithShape="1">
            <a:blip r:embed="rId1"/>
            <a:srcRect/>
            <a:stretch>
              <a:fillRect/>
            </a:stretch>
          </p:blipFill>
          <p:spPr>
            <a:xfrm flipH="1">
              <a:off x="8545731" y="2560353"/>
              <a:ext cx="2287123" cy="1917349"/>
            </a:xfrm>
            <a:prstGeom prst="rect">
              <a:avLst/>
            </a:prstGeom>
            <a:noFill/>
            <a:ln>
              <a:noFill/>
            </a:ln>
          </p:spPr>
        </p:pic>
      </p:grpSp>
      <p:sp>
        <p:nvSpPr>
          <p:cNvPr id="313" name="Google Shape;313;p3"/>
          <p:cNvSpPr txBox="1"/>
          <p:nvPr/>
        </p:nvSpPr>
        <p:spPr>
          <a:xfrm>
            <a:off x="807720" y="2411095"/>
            <a:ext cx="5603240" cy="230568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panose="020B0604020202020204"/>
              <a:buChar char="•"/>
            </a:pPr>
            <a:r>
              <a:rPr lang="en-IN" alt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Custodian Bank &amp; their Role &amp; Functions </a:t>
            </a:r>
            <a:endParaRPr lang="en-IN" altLang="en-US"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IN" alt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Types of Custodian Bank</a:t>
            </a:r>
            <a:endParaRPr lang="en-IN" altLang="en-US"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Reconciliation</a:t>
            </a:r>
            <a:r>
              <a:rPr lang="en-IN" alt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 &amp; its </a:t>
            </a: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Purpose </a:t>
            </a:r>
            <a:endPar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Importance of Recon </a:t>
            </a:r>
            <a:endPar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Recon Process</a:t>
            </a:r>
            <a:endPar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Types of Recon</a:t>
            </a:r>
            <a:endPar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0"/>
              </a:spcBef>
              <a:spcAft>
                <a:spcPts val="0"/>
              </a:spcAft>
              <a:buClr>
                <a:schemeClr val="dk1"/>
              </a:buClr>
              <a:buSzPts val="1800"/>
              <a:buFont typeface="Arial" panose="020B0604020202020204"/>
              <a:buChar char="•"/>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Internal </a:t>
            </a:r>
            <a:endPar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42950" marR="0" lvl="1" indent="-285750" algn="l" rtl="0">
              <a:spcBef>
                <a:spcPts val="0"/>
              </a:spcBef>
              <a:spcAft>
                <a:spcPts val="0"/>
              </a:spcAft>
              <a:buClr>
                <a:schemeClr val="dk1"/>
              </a:buClr>
              <a:buSzPts val="1800"/>
              <a:buFont typeface="Arial" panose="020B0604020202020204"/>
              <a:buChar char="•"/>
            </a:pPr>
            <a:r>
              <a:rPr lang="en-US" sz="1800" b="1" i="0" u="none" strike="noStrike" cap="none">
                <a:solidFill>
                  <a:schemeClr val="dk1"/>
                </a:solidFill>
                <a:latin typeface="Arial" panose="020B0604020202020204"/>
                <a:ea typeface="Arial" panose="020B0604020202020204"/>
                <a:cs typeface="Arial" panose="020B0604020202020204"/>
                <a:sym typeface="Arial" panose="020B0604020202020204"/>
              </a:rPr>
              <a:t>External</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p:cNvSpPr/>
          <p:nvPr/>
        </p:nvSpPr>
        <p:spPr>
          <a:xfrm>
            <a:off x="-1905000" y="2640062"/>
            <a:ext cx="4648200" cy="5715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marL="285750" indent="-285750" algn="just">
              <a:buFont typeface="Arial" panose="020B0604020202020204" pitchFamily="34" charset="0"/>
              <a:buChar char="•"/>
              <a:defRPr/>
            </a:pPr>
            <a:endParaRPr lang="en-US" dirty="0">
              <a:solidFill>
                <a:prstClr val="black"/>
              </a:solidFill>
              <a:latin typeface="Arial" panose="020B0604020202020204" pitchFamily="34" charset="0"/>
            </a:endParaRPr>
          </a:p>
        </p:txBody>
      </p:sp>
      <p:sp>
        <p:nvSpPr>
          <p:cNvPr id="6" name="Title 1"/>
          <p:cNvSpPr>
            <a:spLocks noGrp="1"/>
          </p:cNvSpPr>
          <p:nvPr>
            <p:ph type="title"/>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 anchorCtr="0" compatLnSpc="1"/>
          <a:lstStyle/>
          <a:p>
            <a:pPr algn="l"/>
            <a:r>
              <a:rPr lang="en-US" altLang="en-US" sz="2400" b="1" dirty="0">
                <a:latin typeface="Arial" panose="020B0604020202020204" pitchFamily="34" charset="0"/>
              </a:rPr>
              <a:t>CUSTODIAN</a:t>
            </a:r>
            <a:endParaRPr lang="en-US" altLang="en-US" sz="2400" b="1" dirty="0">
              <a:latin typeface="Arial" panose="020B0604020202020204" pitchFamily="34" charset="0"/>
            </a:endParaRPr>
          </a:p>
        </p:txBody>
      </p:sp>
      <p:sp>
        <p:nvSpPr>
          <p:cNvPr id="4" name="Rounded Rectangle 3"/>
          <p:cNvSpPr/>
          <p:nvPr/>
        </p:nvSpPr>
        <p:spPr>
          <a:xfrm>
            <a:off x="685800" y="874554"/>
            <a:ext cx="5410200" cy="1511405"/>
          </a:xfrm>
          <a:prstGeom prst="roundRect">
            <a:avLst/>
          </a:prstGeom>
          <a:solidFill>
            <a:schemeClr val="bg1">
              <a:lumMod val="85000"/>
            </a:schemeClr>
          </a:solidFill>
          <a:ln>
            <a:noFill/>
          </a:ln>
          <a:effectLst>
            <a:innerShdw blurRad="114300">
              <a:prstClr val="black"/>
            </a:innerShdw>
          </a:effectLst>
          <a:scene3d>
            <a:camera prst="orthographicFront"/>
            <a:lightRig rig="threePt" dir="t"/>
          </a:scene3d>
          <a:sp3d>
            <a:bevelB/>
          </a:sp3d>
        </p:spPr>
        <p:style>
          <a:lnRef idx="1">
            <a:schemeClr val="dk1"/>
          </a:lnRef>
          <a:fillRef idx="2">
            <a:schemeClr val="dk1"/>
          </a:fillRef>
          <a:effectRef idx="1">
            <a:schemeClr val="dk1"/>
          </a:effectRef>
          <a:fontRef idx="minor">
            <a:schemeClr val="dk1"/>
          </a:fontRef>
        </p:style>
        <p:txBody>
          <a:bodyPr rtlCol="0" anchor="ctr"/>
          <a:lstStyle/>
          <a:p>
            <a:pPr algn="ctr">
              <a:defRPr/>
            </a:pPr>
            <a:r>
              <a:rPr lang="en-US" sz="2000" dirty="0">
                <a:solidFill>
                  <a:prstClr val="black"/>
                </a:solidFill>
                <a:latin typeface="Arial" panose="020B0604020202020204" pitchFamily="34" charset="0"/>
              </a:rPr>
              <a:t>A custodian is a financial institution responsible for safeguarding a firm’s or individual’s financial assets</a:t>
            </a:r>
            <a:endParaRPr lang="en-US" sz="2000" dirty="0">
              <a:solidFill>
                <a:prstClr val="black"/>
              </a:solidFill>
              <a:latin typeface="Arial" panose="020B0604020202020204" pitchFamily="34" charset="0"/>
            </a:endParaRPr>
          </a:p>
        </p:txBody>
      </p:sp>
      <p:sp>
        <p:nvSpPr>
          <p:cNvPr id="11" name="Rectangle 10"/>
          <p:cNvSpPr/>
          <p:nvPr/>
        </p:nvSpPr>
        <p:spPr>
          <a:xfrm>
            <a:off x="828761" y="2711147"/>
            <a:ext cx="4733839" cy="2862322"/>
          </a:xfrm>
          <a:prstGeom prst="rect">
            <a:avLst/>
          </a:prstGeom>
        </p:spPr>
        <p:txBody>
          <a:bodyPr wrap="square">
            <a:spAutoFit/>
          </a:bodyPr>
          <a:lstStyle/>
          <a:p>
            <a:pPr marL="342900" indent="-342900">
              <a:buFont typeface="Arial" panose="020B0604020202020204" pitchFamily="34" charset="0"/>
              <a:buChar char="•"/>
              <a:defRPr/>
            </a:pPr>
            <a:r>
              <a:rPr lang="en-US" sz="2000" dirty="0">
                <a:solidFill>
                  <a:prstClr val="black"/>
                </a:solidFill>
                <a:latin typeface="Arial" panose="020B0604020202020204" pitchFamily="34" charset="0"/>
              </a:rPr>
              <a:t>When an institutional investor invests in securities it will commonly employ the services of a custodian.</a:t>
            </a:r>
            <a:endParaRPr lang="en-US" sz="2000" dirty="0">
              <a:solidFill>
                <a:prstClr val="black"/>
              </a:solidFill>
              <a:latin typeface="Arial" panose="020B0604020202020204" pitchFamily="34" charset="0"/>
            </a:endParaRPr>
          </a:p>
          <a:p>
            <a:pPr marL="342900" indent="-342900">
              <a:buFont typeface="Arial" panose="020B0604020202020204" pitchFamily="34" charset="0"/>
              <a:buChar char="•"/>
              <a:defRPr/>
            </a:pPr>
            <a:endParaRPr lang="en-US" sz="2000" dirty="0">
              <a:solidFill>
                <a:prstClr val="black"/>
              </a:solidFill>
              <a:latin typeface="Arial" panose="020B0604020202020204" pitchFamily="34" charset="0"/>
            </a:endParaRPr>
          </a:p>
          <a:p>
            <a:pPr marL="342900" indent="-342900">
              <a:buFont typeface="Arial" panose="020B0604020202020204" pitchFamily="34" charset="0"/>
              <a:buChar char="•"/>
              <a:defRPr/>
            </a:pPr>
            <a:r>
              <a:rPr lang="en-US" sz="2000" dirty="0">
                <a:solidFill>
                  <a:prstClr val="black"/>
                </a:solidFill>
                <a:latin typeface="Arial" panose="020B0604020202020204" pitchFamily="34" charset="0"/>
              </a:rPr>
              <a:t>This is because a custodian provides various activities which will support not just the trading function, but also the operational activities involved in the transaction.</a:t>
            </a:r>
            <a:endParaRPr lang="en-US" sz="2000" dirty="0">
              <a:solidFill>
                <a:prstClr val="black"/>
              </a:solidFill>
              <a:latin typeface="Arial" panose="020B0604020202020204" pitchFamily="34" charset="0"/>
            </a:endParaRPr>
          </a:p>
        </p:txBody>
      </p:sp>
      <p:pic>
        <p:nvPicPr>
          <p:cNvPr id="1026" name="Picture 2" descr="Bank &amp; Banking: Functions of Money Marke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68498" y="1296458"/>
            <a:ext cx="4494741" cy="449474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2"/>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p:cNvSpPr/>
          <p:nvPr/>
        </p:nvSpPr>
        <p:spPr>
          <a:xfrm>
            <a:off x="-1905000" y="2640062"/>
            <a:ext cx="4648200" cy="5715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marL="285750" indent="-285750" algn="just">
              <a:buFont typeface="Arial" panose="020B0604020202020204" pitchFamily="34" charset="0"/>
              <a:buChar char="•"/>
              <a:defRPr/>
            </a:pPr>
            <a:endParaRPr lang="en-US" dirty="0">
              <a:solidFill>
                <a:prstClr val="black"/>
              </a:solidFill>
              <a:latin typeface="Arial" panose="020B0604020202020204" pitchFamily="34" charset="0"/>
            </a:endParaRPr>
          </a:p>
        </p:txBody>
      </p:sp>
      <p:sp>
        <p:nvSpPr>
          <p:cNvPr id="6" name="Title 1"/>
          <p:cNvSpPr>
            <a:spLocks noGrp="1"/>
          </p:cNvSpPr>
          <p:nvPr>
            <p:ph type="title"/>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ctr" anchorCtr="0" compatLnSpc="1"/>
          <a:lstStyle/>
          <a:p>
            <a:pPr algn="l"/>
            <a:r>
              <a:rPr lang="en-US" altLang="en-US" sz="2400" b="1" dirty="0">
                <a:latin typeface="Arial" panose="020B0604020202020204" pitchFamily="34" charset="0"/>
              </a:rPr>
              <a:t>SERVICES PROVIDED BY A CUSTODIAN</a:t>
            </a:r>
            <a:endParaRPr lang="en-US" altLang="en-US" sz="2400" b="1" dirty="0">
              <a:latin typeface="Arial" panose="020B0604020202020204" pitchFamily="34" charset="0"/>
            </a:endParaRPr>
          </a:p>
        </p:txBody>
      </p:sp>
      <p:cxnSp>
        <p:nvCxnSpPr>
          <p:cNvPr id="8" name="Straight Connector 7"/>
          <p:cNvCxnSpPr/>
          <p:nvPr/>
        </p:nvCxnSpPr>
        <p:spPr>
          <a:xfrm rot="5400000">
            <a:off x="9372600" y="2971800"/>
            <a:ext cx="609600" cy="0"/>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5400000">
            <a:off x="8610600" y="4038600"/>
            <a:ext cx="762000" cy="0"/>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1752600" y="2971800"/>
            <a:ext cx="609600" cy="0"/>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895600" y="3733800"/>
            <a:ext cx="0" cy="685800"/>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a:off x="4572000" y="2971800"/>
            <a:ext cx="609600" cy="0"/>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5400000">
            <a:off x="6781800" y="2971800"/>
            <a:ext cx="609600" cy="0"/>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a:off x="5600700" y="4076700"/>
            <a:ext cx="685800" cy="0"/>
          </a:xfrm>
          <a:prstGeom prst="line">
            <a:avLst/>
          </a:prstGeom>
          <a:ln>
            <a:solidFill>
              <a:srgbClr val="7F7F7F"/>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0" y="3276600"/>
            <a:ext cx="12192000" cy="4572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2000" b="1" dirty="0">
              <a:solidFill>
                <a:schemeClr val="bg1"/>
              </a:solidFill>
              <a:latin typeface="Arial" panose="020B0604020202020204" pitchFamily="34" charset="0"/>
            </a:endParaRPr>
          </a:p>
          <a:p>
            <a:pPr algn="ctr">
              <a:defRPr/>
            </a:pPr>
            <a:r>
              <a:rPr lang="en-US" sz="2000" b="1" dirty="0">
                <a:solidFill>
                  <a:schemeClr val="bg1"/>
                </a:solidFill>
                <a:latin typeface="Arial" panose="020B0604020202020204" pitchFamily="34" charset="0"/>
              </a:rPr>
              <a:t>What more does a custodian do?</a:t>
            </a:r>
            <a:endParaRPr lang="en-US" sz="2000" b="1" dirty="0">
              <a:solidFill>
                <a:schemeClr val="bg1"/>
              </a:solidFill>
              <a:latin typeface="Arial" panose="020B0604020202020204" pitchFamily="34" charset="0"/>
            </a:endParaRPr>
          </a:p>
          <a:p>
            <a:pPr algn="ctr">
              <a:defRPr/>
            </a:pPr>
            <a:endParaRPr lang="en-GB" sz="2000" b="1" dirty="0">
              <a:solidFill>
                <a:schemeClr val="bg1"/>
              </a:solidFill>
              <a:latin typeface="Arial" panose="020B0604020202020204" pitchFamily="34" charset="0"/>
            </a:endParaRPr>
          </a:p>
        </p:txBody>
      </p:sp>
      <p:sp>
        <p:nvSpPr>
          <p:cNvPr id="17" name="Rounded Rectangle 16"/>
          <p:cNvSpPr/>
          <p:nvPr/>
        </p:nvSpPr>
        <p:spPr>
          <a:xfrm>
            <a:off x="1828799" y="4419599"/>
            <a:ext cx="2710545" cy="1463887"/>
          </a:xfrm>
          <a:prstGeom prst="roundRect">
            <a:avLst/>
          </a:prstGeom>
          <a:solidFill>
            <a:schemeClr val="accent3">
              <a:lumMod val="40000"/>
              <a:lumOff val="60000"/>
            </a:schemeClr>
          </a:solidFill>
          <a:ln>
            <a:noFill/>
          </a:ln>
        </p:spPr>
        <p:style>
          <a:lnRef idx="1">
            <a:schemeClr val="dk1"/>
          </a:lnRef>
          <a:fillRef idx="2">
            <a:schemeClr val="dk1"/>
          </a:fillRef>
          <a:effectRef idx="1">
            <a:schemeClr val="dk1"/>
          </a:effectRef>
          <a:fontRef idx="minor">
            <a:schemeClr val="dk1"/>
          </a:fontRef>
        </p:style>
        <p:txBody>
          <a:bodyPr anchor="ctr"/>
          <a:lstStyle/>
          <a:p>
            <a:pPr algn="ctr"/>
            <a:r>
              <a:rPr lang="en-US" sz="1600" dirty="0">
                <a:solidFill>
                  <a:schemeClr val="tx1"/>
                </a:solidFill>
                <a:latin typeface="Arial" panose="020B0604020202020204" pitchFamily="34" charset="0"/>
              </a:rPr>
              <a:t>Safekeeping assets, securities, bank accounts and cash, and warehouse receipts</a:t>
            </a:r>
            <a:endParaRPr lang="en-US" sz="1600" dirty="0">
              <a:solidFill>
                <a:schemeClr val="tx1"/>
              </a:solidFill>
              <a:latin typeface="Arial" panose="020B0604020202020204" pitchFamily="34" charset="0"/>
            </a:endParaRPr>
          </a:p>
        </p:txBody>
      </p:sp>
      <p:sp>
        <p:nvSpPr>
          <p:cNvPr id="18" name="Rounded Rectangle 17"/>
          <p:cNvSpPr/>
          <p:nvPr/>
        </p:nvSpPr>
        <p:spPr>
          <a:xfrm>
            <a:off x="4800599" y="4419599"/>
            <a:ext cx="2633101" cy="1463887"/>
          </a:xfrm>
          <a:prstGeom prst="roundRect">
            <a:avLst/>
          </a:prstGeom>
          <a:solidFill>
            <a:schemeClr val="bg1">
              <a:lumMod val="85000"/>
            </a:schemeClr>
          </a:solidFill>
          <a:ln>
            <a:noFill/>
          </a:ln>
        </p:spPr>
        <p:style>
          <a:lnRef idx="1">
            <a:schemeClr val="dk1"/>
          </a:lnRef>
          <a:fillRef idx="2">
            <a:schemeClr val="dk1"/>
          </a:fillRef>
          <a:effectRef idx="1">
            <a:schemeClr val="dk1"/>
          </a:effectRef>
          <a:fontRef idx="minor">
            <a:schemeClr val="dk1"/>
          </a:fontRef>
        </p:style>
        <p:txBody>
          <a:bodyPr anchor="ctr"/>
          <a:lstStyle/>
          <a:p>
            <a:pPr lvl="1" algn="ctr">
              <a:buSzPct val="50000"/>
              <a:defRPr/>
            </a:pPr>
            <a:r>
              <a:rPr lang="en-US" sz="1600" dirty="0">
                <a:solidFill>
                  <a:schemeClr val="tx1"/>
                </a:solidFill>
                <a:latin typeface="Arial" panose="020B0604020202020204" pitchFamily="34" charset="0"/>
              </a:rPr>
              <a:t>Maintain currency/cash bank accounts, margin accounts, comply with collateral management requirements</a:t>
            </a:r>
            <a:endParaRPr lang="en-US" sz="1600" dirty="0">
              <a:solidFill>
                <a:schemeClr val="tx1"/>
              </a:solidFill>
              <a:latin typeface="Arial" panose="020B0604020202020204" pitchFamily="34" charset="0"/>
            </a:endParaRPr>
          </a:p>
        </p:txBody>
      </p:sp>
      <p:sp>
        <p:nvSpPr>
          <p:cNvPr id="19" name="Rounded Rectangle 18"/>
          <p:cNvSpPr/>
          <p:nvPr/>
        </p:nvSpPr>
        <p:spPr>
          <a:xfrm>
            <a:off x="7848599" y="4419599"/>
            <a:ext cx="2633101" cy="1463887"/>
          </a:xfrm>
          <a:prstGeom prst="roundRect">
            <a:avLst/>
          </a:prstGeom>
          <a:solidFill>
            <a:schemeClr val="accent5">
              <a:lumMod val="40000"/>
              <a:lumOff val="60000"/>
            </a:schemeClr>
          </a:solidFill>
          <a:ln>
            <a:noFill/>
          </a:ln>
        </p:spPr>
        <p:style>
          <a:lnRef idx="1">
            <a:schemeClr val="dk1"/>
          </a:lnRef>
          <a:fillRef idx="2">
            <a:schemeClr val="dk1"/>
          </a:fillRef>
          <a:effectRef idx="1">
            <a:schemeClr val="dk1"/>
          </a:effectRef>
          <a:fontRef idx="minor">
            <a:schemeClr val="dk1"/>
          </a:fontRef>
        </p:style>
        <p:txBody>
          <a:bodyPr anchor="ctr"/>
          <a:lstStyle/>
          <a:p>
            <a:pPr algn="ctr">
              <a:defRPr/>
            </a:pPr>
            <a:r>
              <a:rPr lang="en-US" sz="1600" dirty="0">
                <a:solidFill>
                  <a:schemeClr val="tx1"/>
                </a:solidFill>
                <a:latin typeface="Arial" panose="020B0604020202020204" pitchFamily="34" charset="0"/>
              </a:rPr>
              <a:t>Voluntary and involuntary corporate actions</a:t>
            </a:r>
            <a:endParaRPr lang="en-US" sz="1600" dirty="0">
              <a:solidFill>
                <a:schemeClr val="tx1"/>
              </a:solidFill>
              <a:latin typeface="Arial" panose="020B0604020202020204" pitchFamily="34" charset="0"/>
            </a:endParaRPr>
          </a:p>
        </p:txBody>
      </p:sp>
      <p:sp>
        <p:nvSpPr>
          <p:cNvPr id="20" name="Rounded Rectangle 19"/>
          <p:cNvSpPr/>
          <p:nvPr/>
        </p:nvSpPr>
        <p:spPr>
          <a:xfrm>
            <a:off x="1676400" y="1306251"/>
            <a:ext cx="1981200" cy="1360749"/>
          </a:xfrm>
          <a:prstGeom prst="roundRect">
            <a:avLst/>
          </a:prstGeom>
          <a:solidFill>
            <a:schemeClr val="bg1">
              <a:lumMod val="85000"/>
            </a:schemeClr>
          </a:solidFill>
          <a:ln>
            <a:noFill/>
          </a:ln>
        </p:spPr>
        <p:style>
          <a:lnRef idx="1">
            <a:schemeClr val="dk1"/>
          </a:lnRef>
          <a:fillRef idx="2">
            <a:schemeClr val="dk1"/>
          </a:fillRef>
          <a:effectRef idx="1">
            <a:schemeClr val="dk1"/>
          </a:effectRef>
          <a:fontRef idx="minor">
            <a:schemeClr val="dk1"/>
          </a:fontRef>
        </p:style>
        <p:txBody>
          <a:bodyPr anchor="ctr"/>
          <a:lstStyle/>
          <a:p>
            <a:pPr algn="ctr"/>
            <a:r>
              <a:rPr lang="en-US" sz="1600" dirty="0">
                <a:latin typeface="Arial" panose="020B0604020202020204" pitchFamily="34" charset="0"/>
              </a:rPr>
              <a:t>Legal, compliance and tax support services</a:t>
            </a:r>
            <a:endParaRPr lang="en-IN" sz="1600" dirty="0">
              <a:latin typeface="Arial" panose="020B0604020202020204" pitchFamily="34" charset="0"/>
            </a:endParaRPr>
          </a:p>
        </p:txBody>
      </p:sp>
      <p:sp>
        <p:nvSpPr>
          <p:cNvPr id="21" name="Rounded Rectangle 20"/>
          <p:cNvSpPr/>
          <p:nvPr/>
        </p:nvSpPr>
        <p:spPr>
          <a:xfrm>
            <a:off x="3962400" y="1306251"/>
            <a:ext cx="1905000" cy="1360749"/>
          </a:xfrm>
          <a:prstGeom prst="roundRect">
            <a:avLst/>
          </a:prstGeom>
          <a:solidFill>
            <a:schemeClr val="accent5">
              <a:lumMod val="40000"/>
              <a:lumOff val="60000"/>
            </a:schemeClr>
          </a:solidFill>
          <a:ln>
            <a:noFill/>
          </a:ln>
        </p:spPr>
        <p:style>
          <a:lnRef idx="1">
            <a:schemeClr val="dk1"/>
          </a:lnRef>
          <a:fillRef idx="2">
            <a:schemeClr val="dk1"/>
          </a:fillRef>
          <a:effectRef idx="1">
            <a:schemeClr val="dk1"/>
          </a:effectRef>
          <a:fontRef idx="minor">
            <a:schemeClr val="dk1"/>
          </a:fontRef>
        </p:style>
        <p:txBody>
          <a:bodyPr anchor="ctr"/>
          <a:lstStyle/>
          <a:p>
            <a:pPr algn="ctr">
              <a:defRPr/>
            </a:pPr>
            <a:r>
              <a:rPr lang="en-US" sz="1600" dirty="0">
                <a:solidFill>
                  <a:schemeClr val="tx1"/>
                </a:solidFill>
                <a:latin typeface="Arial" panose="020B0604020202020204" pitchFamily="34" charset="0"/>
              </a:rPr>
              <a:t>Settlement of any purchases and sales</a:t>
            </a:r>
            <a:endParaRPr lang="en-GB" sz="1600" dirty="0">
              <a:solidFill>
                <a:schemeClr val="tx1"/>
              </a:solidFill>
              <a:latin typeface="Arial" panose="020B0604020202020204" pitchFamily="34" charset="0"/>
            </a:endParaRPr>
          </a:p>
        </p:txBody>
      </p:sp>
      <p:sp>
        <p:nvSpPr>
          <p:cNvPr id="22" name="Rounded Rectangle 21"/>
          <p:cNvSpPr/>
          <p:nvPr/>
        </p:nvSpPr>
        <p:spPr>
          <a:xfrm>
            <a:off x="6172200" y="1306251"/>
            <a:ext cx="1981200" cy="1360749"/>
          </a:xfrm>
          <a:prstGeom prst="roundRect">
            <a:avLst/>
          </a:prstGeom>
          <a:solidFill>
            <a:schemeClr val="bg1">
              <a:lumMod val="85000"/>
            </a:schemeClr>
          </a:solidFill>
          <a:ln>
            <a:noFill/>
          </a:ln>
        </p:spPr>
        <p:style>
          <a:lnRef idx="1">
            <a:schemeClr val="dk1"/>
          </a:lnRef>
          <a:fillRef idx="2">
            <a:schemeClr val="dk1"/>
          </a:fillRef>
          <a:effectRef idx="1">
            <a:schemeClr val="dk1"/>
          </a:effectRef>
          <a:fontRef idx="minor">
            <a:schemeClr val="dk1"/>
          </a:fontRef>
        </p:style>
        <p:txBody>
          <a:bodyPr anchor="ctr"/>
          <a:lstStyle/>
          <a:p>
            <a:pPr algn="ctr">
              <a:defRPr/>
            </a:pPr>
            <a:r>
              <a:rPr lang="en-US" sz="1600" dirty="0">
                <a:solidFill>
                  <a:schemeClr val="tx1"/>
                </a:solidFill>
                <a:latin typeface="Arial" panose="020B0604020202020204" pitchFamily="34" charset="0"/>
              </a:rPr>
              <a:t>Deliveries in/out of securities and currencies</a:t>
            </a:r>
            <a:endParaRPr lang="en-GB" sz="1600" dirty="0">
              <a:latin typeface="Arial" panose="020B0604020202020204" pitchFamily="34" charset="0"/>
            </a:endParaRPr>
          </a:p>
        </p:txBody>
      </p:sp>
      <p:sp>
        <p:nvSpPr>
          <p:cNvPr id="23" name="Rounded Rectangle 22"/>
          <p:cNvSpPr/>
          <p:nvPr/>
        </p:nvSpPr>
        <p:spPr>
          <a:xfrm>
            <a:off x="8382000" y="1306251"/>
            <a:ext cx="1981200" cy="1360749"/>
          </a:xfrm>
          <a:prstGeom prst="roundRect">
            <a:avLst/>
          </a:prstGeom>
          <a:solidFill>
            <a:schemeClr val="accent3">
              <a:lumMod val="40000"/>
              <a:lumOff val="60000"/>
            </a:schemeClr>
          </a:solidFill>
          <a:ln>
            <a:noFill/>
          </a:ln>
        </p:spPr>
        <p:style>
          <a:lnRef idx="1">
            <a:schemeClr val="dk1"/>
          </a:lnRef>
          <a:fillRef idx="2">
            <a:schemeClr val="dk1"/>
          </a:fillRef>
          <a:effectRef idx="1">
            <a:schemeClr val="dk1"/>
          </a:effectRef>
          <a:fontRef idx="minor">
            <a:schemeClr val="dk1"/>
          </a:fontRef>
        </p:style>
        <p:txBody>
          <a:bodyPr anchor="ctr"/>
          <a:lstStyle/>
          <a:p>
            <a:pPr algn="ctr"/>
            <a:r>
              <a:rPr lang="en-US" sz="1600" dirty="0">
                <a:solidFill>
                  <a:schemeClr val="tx1"/>
                </a:solidFill>
                <a:latin typeface="Arial" panose="020B0604020202020204" pitchFamily="34" charset="0"/>
              </a:rPr>
              <a:t>Lend and/or borrow securities</a:t>
            </a:r>
            <a:endParaRPr lang="en-US" sz="1600" dirty="0">
              <a:solidFill>
                <a:schemeClr val="tx1"/>
              </a:solidFill>
              <a:latin typeface="Arial" panose="020B0604020202020204" pitchFamily="34" charset="0"/>
            </a:endParaRPr>
          </a:p>
        </p:txBody>
      </p:sp>
      <p:sp>
        <p:nvSpPr>
          <p:cNvPr id="24" name="Rectangle 23"/>
          <p:cNvSpPr/>
          <p:nvPr/>
        </p:nvSpPr>
        <p:spPr>
          <a:xfrm>
            <a:off x="3810000" y="3105836"/>
            <a:ext cx="4572000" cy="307777"/>
          </a:xfrm>
          <a:prstGeom prst="rect">
            <a:avLst/>
          </a:prstGeom>
        </p:spPr>
        <p:txBody>
          <a:bodyPr>
            <a:spAutoFit/>
          </a:bodyPr>
          <a:lstStyle/>
          <a:p>
            <a:endParaRPr lang="en-IN" dirty="0">
              <a:latin typeface="Arial" panose="020B0604020202020204" pitchFamily="34" charset="0"/>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par>
                                <p:cTn id="18" presetID="10"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5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500"/>
                                        <p:tgtEl>
                                          <p:spTgt spid="1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fade">
                                      <p:cBhvr>
                                        <p:cTn id="57" dur="500"/>
                                        <p:tgtEl>
                                          <p:spTgt spid="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fade">
                                      <p:cBhvr>
                                        <p:cTn id="65" dur="500"/>
                                        <p:tgtEl>
                                          <p:spTgt spid="8"/>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6" grpId="0" bldLvl="0" animBg="1"/>
      <p:bldP spid="17" grpId="0" bldLvl="0" animBg="1"/>
      <p:bldP spid="18" grpId="0" bldLvl="0" animBg="1"/>
      <p:bldP spid="19" grpId="0" bldLvl="0" animBg="1"/>
      <p:bldP spid="20" grpId="0" bldLvl="0" animBg="1"/>
      <p:bldP spid="21" grpId="0" bldLvl="0" animBg="1"/>
      <p:bldP spid="22" grpId="0" bldLvl="0" animBg="1"/>
      <p:bldP spid="23"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5650" name="Title 1"/>
          <p:cNvSpPr>
            <a:spLocks noGrp="1"/>
          </p:cNvSpPr>
          <p:nvPr>
            <p:ph type="title"/>
          </p:nvPr>
        </p:nvSpPr>
        <p:spPr/>
        <p:txBody>
          <a:bodyPr/>
          <a:lstStyle/>
          <a:p>
            <a:pPr algn="l" eaLnBrk="1" hangingPunct="1"/>
            <a:r>
              <a:rPr lang="en-US" sz="2400" b="1" dirty="0"/>
              <a:t>REPORTING AND RECORDKEEPING</a:t>
            </a:r>
            <a:endParaRPr lang="en-US" sz="2400" b="1" dirty="0"/>
          </a:p>
        </p:txBody>
      </p:sp>
      <p:pic>
        <p:nvPicPr>
          <p:cNvPr id="3" name="Picture 2"/>
          <p:cNvPicPr>
            <a:picLocks noChangeAspect="1"/>
          </p:cNvPicPr>
          <p:nvPr/>
        </p:nvPicPr>
        <p:blipFill>
          <a:blip r:embed="rId1">
            <a:extLst>
              <a:ext uri="{BEBA8EAE-BF5A-486C-A8C5-ECC9F3942E4B}">
                <a14:imgProps xmlns:a14="http://schemas.microsoft.com/office/drawing/2010/main">
                  <a14:imgLayer r:embed="rId2">
                    <a14:imgEffect>
                      <a14:saturation sat="33000"/>
                    </a14:imgEffect>
                  </a14:imgLayer>
                </a14:imgProps>
              </a:ext>
              <a:ext uri="{28A0092B-C50C-407E-A947-70E740481C1C}">
                <a14:useLocalDpi xmlns:a14="http://schemas.microsoft.com/office/drawing/2010/main" val="0"/>
              </a:ext>
            </a:extLst>
          </a:blip>
          <a:stretch>
            <a:fillRect/>
          </a:stretch>
        </p:blipFill>
        <p:spPr>
          <a:xfrm>
            <a:off x="1642534" y="762846"/>
            <a:ext cx="9144000" cy="5521660"/>
          </a:xfrm>
          <a:prstGeom prst="rect">
            <a:avLst/>
          </a:prstGeom>
        </p:spPr>
      </p:pic>
      <p:sp>
        <p:nvSpPr>
          <p:cNvPr id="5" name="Rectangle 4"/>
          <p:cNvSpPr/>
          <p:nvPr/>
        </p:nvSpPr>
        <p:spPr>
          <a:xfrm>
            <a:off x="0" y="762847"/>
            <a:ext cx="12192000" cy="313932"/>
          </a:xfrm>
          <a:prstGeom prst="rect">
            <a:avLst/>
          </a:prstGeom>
          <a:solidFill>
            <a:schemeClr val="bg2"/>
          </a:solidFill>
        </p:spPr>
        <p:txBody>
          <a:bodyPr wrap="square">
            <a:spAutoFit/>
          </a:bodyPr>
          <a:lstStyle/>
          <a:p>
            <a:pPr algn="ctr" defTabSz="666750">
              <a:lnSpc>
                <a:spcPct val="90000"/>
              </a:lnSpc>
              <a:spcBef>
                <a:spcPts val="600"/>
              </a:spcBef>
              <a:spcAft>
                <a:spcPts val="600"/>
              </a:spcAft>
            </a:pPr>
            <a:r>
              <a:rPr lang="en-IN" sz="1600" dirty="0">
                <a:solidFill>
                  <a:schemeClr val="bg1"/>
                </a:solidFill>
                <a:latin typeface="Arial" panose="020B0604020202020204" pitchFamily="34" charset="0"/>
                <a:ea typeface="Cambria" panose="02040503050406030204" pitchFamily="18" charset="0"/>
              </a:rPr>
              <a:t>Part of any custodian’s business strategy is to provide its customers with recordkeeping and reporting services. Services include:</a:t>
            </a:r>
            <a:endParaRPr lang="en-IN" sz="1600" dirty="0">
              <a:solidFill>
                <a:schemeClr val="bg1"/>
              </a:solidFill>
              <a:latin typeface="Arial" panose="020B0604020202020204" pitchFamily="34" charset="0"/>
              <a:ea typeface="Cambria" panose="02040503050406030204" pitchFamily="18" charset="0"/>
            </a:endParaRPr>
          </a:p>
        </p:txBody>
      </p:sp>
      <p:sp>
        <p:nvSpPr>
          <p:cNvPr id="7" name="Rectangle 6"/>
          <p:cNvSpPr/>
          <p:nvPr/>
        </p:nvSpPr>
        <p:spPr>
          <a:xfrm>
            <a:off x="2380108" y="1480954"/>
            <a:ext cx="2556284" cy="1266474"/>
          </a:xfrm>
          <a:prstGeom prst="rect">
            <a:avLst/>
          </a:prstGeom>
          <a:solidFill>
            <a:schemeClr val="bg2">
              <a:lumMod val="20000"/>
              <a:lumOff val="80000"/>
            </a:schemeClr>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IN" sz="1000" dirty="0">
              <a:latin typeface="Arial" panose="020B0604020202020204" pitchFamily="34" charset="0"/>
            </a:endParaRPr>
          </a:p>
        </p:txBody>
      </p:sp>
      <p:sp>
        <p:nvSpPr>
          <p:cNvPr id="8" name="Rectangle 7"/>
          <p:cNvSpPr/>
          <p:nvPr/>
        </p:nvSpPr>
        <p:spPr>
          <a:xfrm>
            <a:off x="2375569" y="2939168"/>
            <a:ext cx="2556284" cy="1266474"/>
          </a:xfrm>
          <a:prstGeom prst="rect">
            <a:avLst/>
          </a:prstGeom>
          <a:solidFill>
            <a:schemeClr val="accent4">
              <a:lumMod val="40000"/>
              <a:lumOff val="60000"/>
            </a:schemeClr>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IN" sz="1000" dirty="0">
              <a:latin typeface="Arial" panose="020B0604020202020204" pitchFamily="34" charset="0"/>
            </a:endParaRPr>
          </a:p>
        </p:txBody>
      </p:sp>
      <p:sp>
        <p:nvSpPr>
          <p:cNvPr id="9" name="Rectangle 8"/>
          <p:cNvSpPr/>
          <p:nvPr/>
        </p:nvSpPr>
        <p:spPr>
          <a:xfrm>
            <a:off x="5134414" y="1480954"/>
            <a:ext cx="2556284" cy="1266474"/>
          </a:xfrm>
          <a:prstGeom prst="rect">
            <a:avLst/>
          </a:prstGeom>
          <a:solidFill>
            <a:schemeClr val="accent4">
              <a:lumMod val="40000"/>
              <a:lumOff val="60000"/>
            </a:schemeClr>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IN" sz="1000" dirty="0">
              <a:latin typeface="Arial" panose="020B0604020202020204" pitchFamily="34" charset="0"/>
            </a:endParaRPr>
          </a:p>
        </p:txBody>
      </p:sp>
      <p:sp>
        <p:nvSpPr>
          <p:cNvPr id="10" name="Rectangle 9"/>
          <p:cNvSpPr/>
          <p:nvPr/>
        </p:nvSpPr>
        <p:spPr>
          <a:xfrm>
            <a:off x="5129875" y="2939168"/>
            <a:ext cx="2556284" cy="1266474"/>
          </a:xfrm>
          <a:prstGeom prst="rect">
            <a:avLst/>
          </a:prstGeom>
          <a:solidFill>
            <a:schemeClr val="bg2">
              <a:lumMod val="20000"/>
              <a:lumOff val="80000"/>
            </a:schemeClr>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IN" sz="1000" dirty="0">
              <a:latin typeface="Arial" panose="020B0604020202020204" pitchFamily="34" charset="0"/>
            </a:endParaRPr>
          </a:p>
        </p:txBody>
      </p:sp>
      <p:sp>
        <p:nvSpPr>
          <p:cNvPr id="11" name="Rectangle 10"/>
          <p:cNvSpPr/>
          <p:nvPr/>
        </p:nvSpPr>
        <p:spPr>
          <a:xfrm>
            <a:off x="7884181" y="1480954"/>
            <a:ext cx="2556284" cy="1266474"/>
          </a:xfrm>
          <a:prstGeom prst="rect">
            <a:avLst/>
          </a:prstGeom>
          <a:solidFill>
            <a:schemeClr val="bg2">
              <a:lumMod val="20000"/>
              <a:lumOff val="80000"/>
            </a:schemeClr>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IN" sz="1000" dirty="0">
              <a:latin typeface="Arial" panose="020B0604020202020204" pitchFamily="34" charset="0"/>
            </a:endParaRPr>
          </a:p>
        </p:txBody>
      </p:sp>
      <p:sp>
        <p:nvSpPr>
          <p:cNvPr id="12" name="Rectangle 11"/>
          <p:cNvSpPr/>
          <p:nvPr/>
        </p:nvSpPr>
        <p:spPr>
          <a:xfrm>
            <a:off x="7879642" y="2939168"/>
            <a:ext cx="2556284" cy="1266474"/>
          </a:xfrm>
          <a:prstGeom prst="rect">
            <a:avLst/>
          </a:prstGeom>
          <a:solidFill>
            <a:schemeClr val="accent4">
              <a:lumMod val="40000"/>
              <a:lumOff val="60000"/>
            </a:schemeClr>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IN" sz="1000" dirty="0">
              <a:latin typeface="Arial" panose="020B0604020202020204" pitchFamily="34" charset="0"/>
            </a:endParaRPr>
          </a:p>
        </p:txBody>
      </p:sp>
      <p:sp>
        <p:nvSpPr>
          <p:cNvPr id="13" name="Rectangle 12"/>
          <p:cNvSpPr/>
          <p:nvPr/>
        </p:nvSpPr>
        <p:spPr>
          <a:xfrm>
            <a:off x="1624972" y="4324685"/>
            <a:ext cx="9161562" cy="720080"/>
          </a:xfrm>
          <a:prstGeom prst="rect">
            <a:avLst/>
          </a:prstGeom>
          <a:solidFill>
            <a:schemeClr val="bg2">
              <a:lumMod val="75000"/>
            </a:schemeClr>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IN" sz="1050" dirty="0">
              <a:solidFill>
                <a:schemeClr val="bg1"/>
              </a:solidFill>
              <a:latin typeface="Arial" panose="020B0604020202020204" pitchFamily="34" charset="0"/>
            </a:endParaRPr>
          </a:p>
        </p:txBody>
      </p:sp>
      <p:sp>
        <p:nvSpPr>
          <p:cNvPr id="14" name="Rectangle 13"/>
          <p:cNvSpPr/>
          <p:nvPr/>
        </p:nvSpPr>
        <p:spPr>
          <a:xfrm>
            <a:off x="1624972" y="5227342"/>
            <a:ext cx="9161562" cy="720080"/>
          </a:xfrm>
          <a:prstGeom prst="rect">
            <a:avLst/>
          </a:prstGeom>
          <a:solidFill>
            <a:schemeClr val="accent4">
              <a:lumMod val="75000"/>
            </a:schemeClr>
          </a:soli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IN" sz="1050" dirty="0">
              <a:solidFill>
                <a:schemeClr val="bg1"/>
              </a:solidFill>
              <a:latin typeface="Arial" panose="020B0604020202020204" pitchFamily="34" charset="0"/>
            </a:endParaRPr>
          </a:p>
        </p:txBody>
      </p:sp>
      <p:sp>
        <p:nvSpPr>
          <p:cNvPr id="6" name="Rectangle 5"/>
          <p:cNvSpPr/>
          <p:nvPr/>
        </p:nvSpPr>
        <p:spPr>
          <a:xfrm>
            <a:off x="2070231" y="5319616"/>
            <a:ext cx="8365695" cy="535531"/>
          </a:xfrm>
          <a:prstGeom prst="rect">
            <a:avLst/>
          </a:prstGeom>
        </p:spPr>
        <p:txBody>
          <a:bodyPr wrap="square">
            <a:spAutoFit/>
          </a:bodyPr>
          <a:lstStyle/>
          <a:p>
            <a:pPr algn="ctr" defTabSz="666750">
              <a:lnSpc>
                <a:spcPct val="90000"/>
              </a:lnSpc>
              <a:spcBef>
                <a:spcPts val="600"/>
              </a:spcBef>
              <a:spcAft>
                <a:spcPts val="600"/>
              </a:spcAft>
            </a:pPr>
            <a:r>
              <a:rPr lang="en-IN" sz="1600" dirty="0">
                <a:solidFill>
                  <a:schemeClr val="bg1"/>
                </a:solidFill>
                <a:latin typeface="Arial" panose="020B0604020202020204" pitchFamily="34" charset="0"/>
                <a:ea typeface="Cambria" panose="02040503050406030204" pitchFamily="18" charset="0"/>
              </a:rPr>
              <a:t>Meet Bank Secrecy Act; recordkeeping and confirmation requirements for securities transactions, and other applicable laws related to record retention</a:t>
            </a:r>
            <a:endParaRPr lang="en-US" sz="1600" dirty="0">
              <a:solidFill>
                <a:schemeClr val="bg1"/>
              </a:solidFill>
              <a:latin typeface="Arial" panose="020B0604020202020204" pitchFamily="34" charset="0"/>
              <a:ea typeface="Cambria" panose="02040503050406030204" pitchFamily="18" charset="0"/>
            </a:endParaRPr>
          </a:p>
        </p:txBody>
      </p:sp>
      <p:sp>
        <p:nvSpPr>
          <p:cNvPr id="15" name="Rectangle 14"/>
          <p:cNvSpPr/>
          <p:nvPr/>
        </p:nvSpPr>
        <p:spPr>
          <a:xfrm>
            <a:off x="1606963" y="4405450"/>
            <a:ext cx="9161561" cy="535531"/>
          </a:xfrm>
          <a:prstGeom prst="rect">
            <a:avLst/>
          </a:prstGeom>
        </p:spPr>
        <p:txBody>
          <a:bodyPr wrap="square">
            <a:spAutoFit/>
          </a:bodyPr>
          <a:lstStyle/>
          <a:p>
            <a:pPr algn="ctr" defTabSz="666750">
              <a:lnSpc>
                <a:spcPct val="90000"/>
              </a:lnSpc>
              <a:spcBef>
                <a:spcPts val="600"/>
              </a:spcBef>
              <a:spcAft>
                <a:spcPts val="600"/>
              </a:spcAft>
            </a:pPr>
            <a:r>
              <a:rPr lang="en-IN" sz="1600" dirty="0">
                <a:solidFill>
                  <a:schemeClr val="bg1"/>
                </a:solidFill>
                <a:latin typeface="Arial" panose="020B0604020202020204" pitchFamily="34" charset="0"/>
                <a:ea typeface="Cambria" panose="02040503050406030204" pitchFamily="18" charset="0"/>
              </a:rPr>
              <a:t>Daily reports of their activity in domestic stocks and bonds, foreign securities, derivatives, options, or other unusual investments</a:t>
            </a:r>
            <a:endParaRPr lang="en-IN" sz="1600" dirty="0">
              <a:solidFill>
                <a:schemeClr val="bg1"/>
              </a:solidFill>
              <a:latin typeface="Arial" panose="020B0604020202020204" pitchFamily="34" charset="0"/>
              <a:ea typeface="Cambria" panose="02040503050406030204" pitchFamily="18" charset="0"/>
            </a:endParaRPr>
          </a:p>
        </p:txBody>
      </p:sp>
      <p:sp>
        <p:nvSpPr>
          <p:cNvPr id="16" name="Rectangle 15"/>
          <p:cNvSpPr/>
          <p:nvPr/>
        </p:nvSpPr>
        <p:spPr>
          <a:xfrm>
            <a:off x="2375570" y="1823308"/>
            <a:ext cx="2534877" cy="480131"/>
          </a:xfrm>
          <a:prstGeom prst="rect">
            <a:avLst/>
          </a:prstGeom>
        </p:spPr>
        <p:txBody>
          <a:bodyPr wrap="square">
            <a:spAutoFit/>
          </a:bodyPr>
          <a:lstStyle/>
          <a:p>
            <a:pPr algn="ctr" defTabSz="666750">
              <a:lnSpc>
                <a:spcPct val="90000"/>
              </a:lnSpc>
              <a:spcBef>
                <a:spcPts val="600"/>
              </a:spcBef>
              <a:spcAft>
                <a:spcPts val="600"/>
              </a:spcAft>
            </a:pPr>
            <a:r>
              <a:rPr lang="en-IN" dirty="0">
                <a:latin typeface="Arial" panose="020B0604020202020204" pitchFamily="34" charset="0"/>
                <a:ea typeface="Cambria" panose="02040503050406030204" pitchFamily="18" charset="0"/>
              </a:rPr>
              <a:t>Meet the customers’ specialized needs</a:t>
            </a:r>
            <a:endParaRPr lang="en-IN" dirty="0">
              <a:latin typeface="Arial" panose="020B0604020202020204" pitchFamily="34" charset="0"/>
              <a:ea typeface="Cambria" panose="02040503050406030204" pitchFamily="18" charset="0"/>
            </a:endParaRPr>
          </a:p>
        </p:txBody>
      </p:sp>
      <p:sp>
        <p:nvSpPr>
          <p:cNvPr id="17" name="Rectangle 16"/>
          <p:cNvSpPr/>
          <p:nvPr/>
        </p:nvSpPr>
        <p:spPr>
          <a:xfrm>
            <a:off x="5323895" y="1703848"/>
            <a:ext cx="2168243" cy="867930"/>
          </a:xfrm>
          <a:prstGeom prst="rect">
            <a:avLst/>
          </a:prstGeom>
        </p:spPr>
        <p:txBody>
          <a:bodyPr wrap="square">
            <a:spAutoFit/>
          </a:bodyPr>
          <a:lstStyle/>
          <a:p>
            <a:pPr algn="ctr" defTabSz="666750">
              <a:lnSpc>
                <a:spcPct val="90000"/>
              </a:lnSpc>
              <a:spcBef>
                <a:spcPts val="600"/>
              </a:spcBef>
              <a:spcAft>
                <a:spcPts val="600"/>
              </a:spcAft>
            </a:pPr>
            <a:r>
              <a:rPr lang="en-IN" dirty="0">
                <a:latin typeface="Arial" panose="020B0604020202020204" pitchFamily="34" charset="0"/>
                <a:ea typeface="Cambria" panose="02040503050406030204" pitchFamily="18" charset="0"/>
              </a:rPr>
              <a:t>Comply with applicable recordkeeping and reporting laws and regulations</a:t>
            </a:r>
            <a:endParaRPr lang="en-IN" dirty="0">
              <a:latin typeface="Arial" panose="020B0604020202020204" pitchFamily="34" charset="0"/>
              <a:ea typeface="Cambria" panose="02040503050406030204" pitchFamily="18" charset="0"/>
            </a:endParaRPr>
          </a:p>
        </p:txBody>
      </p:sp>
      <p:sp>
        <p:nvSpPr>
          <p:cNvPr id="18" name="Rectangle 17"/>
          <p:cNvSpPr/>
          <p:nvPr/>
        </p:nvSpPr>
        <p:spPr>
          <a:xfrm>
            <a:off x="7879642" y="1827491"/>
            <a:ext cx="2556284" cy="480131"/>
          </a:xfrm>
          <a:prstGeom prst="rect">
            <a:avLst/>
          </a:prstGeom>
        </p:spPr>
        <p:txBody>
          <a:bodyPr wrap="square">
            <a:spAutoFit/>
          </a:bodyPr>
          <a:lstStyle/>
          <a:p>
            <a:pPr algn="ctr" defTabSz="666750">
              <a:lnSpc>
                <a:spcPct val="90000"/>
              </a:lnSpc>
              <a:spcBef>
                <a:spcPts val="600"/>
              </a:spcBef>
              <a:spcAft>
                <a:spcPts val="600"/>
              </a:spcAft>
            </a:pPr>
            <a:r>
              <a:rPr lang="en-IN" dirty="0">
                <a:latin typeface="Arial" panose="020B0604020202020204" pitchFamily="34" charset="0"/>
                <a:ea typeface="Cambria" panose="02040503050406030204" pitchFamily="18" charset="0"/>
              </a:rPr>
              <a:t>Generate customized customer reports</a:t>
            </a:r>
            <a:endParaRPr lang="en-IN" dirty="0">
              <a:latin typeface="Arial" panose="020B0604020202020204" pitchFamily="34" charset="0"/>
              <a:ea typeface="Cambria" panose="02040503050406030204" pitchFamily="18" charset="0"/>
            </a:endParaRPr>
          </a:p>
        </p:txBody>
      </p:sp>
      <p:sp>
        <p:nvSpPr>
          <p:cNvPr id="19" name="Rectangle 18"/>
          <p:cNvSpPr/>
          <p:nvPr/>
        </p:nvSpPr>
        <p:spPr>
          <a:xfrm>
            <a:off x="2493268" y="3240638"/>
            <a:ext cx="2417179" cy="480131"/>
          </a:xfrm>
          <a:prstGeom prst="rect">
            <a:avLst/>
          </a:prstGeom>
        </p:spPr>
        <p:txBody>
          <a:bodyPr wrap="square">
            <a:spAutoFit/>
          </a:bodyPr>
          <a:lstStyle/>
          <a:p>
            <a:pPr algn="ctr" defTabSz="666750">
              <a:lnSpc>
                <a:spcPct val="90000"/>
              </a:lnSpc>
              <a:spcBef>
                <a:spcPts val="600"/>
              </a:spcBef>
              <a:spcAft>
                <a:spcPts val="600"/>
              </a:spcAft>
            </a:pPr>
            <a:r>
              <a:rPr lang="en-IN" dirty="0">
                <a:latin typeface="Arial" panose="020B0604020202020204" pitchFamily="34" charset="0"/>
                <a:ea typeface="Cambria" panose="02040503050406030204" pitchFamily="18" charset="0"/>
              </a:rPr>
              <a:t>Generate regulatory and legal reports</a:t>
            </a:r>
            <a:endParaRPr lang="en-IN" dirty="0">
              <a:latin typeface="Arial" panose="020B0604020202020204" pitchFamily="34" charset="0"/>
              <a:ea typeface="Cambria" panose="02040503050406030204" pitchFamily="18" charset="0"/>
            </a:endParaRPr>
          </a:p>
        </p:txBody>
      </p:sp>
      <p:sp>
        <p:nvSpPr>
          <p:cNvPr id="20" name="Rectangle 19"/>
          <p:cNvSpPr/>
          <p:nvPr/>
        </p:nvSpPr>
        <p:spPr>
          <a:xfrm>
            <a:off x="5323895" y="3240638"/>
            <a:ext cx="2147457" cy="674031"/>
          </a:xfrm>
          <a:prstGeom prst="rect">
            <a:avLst/>
          </a:prstGeom>
        </p:spPr>
        <p:txBody>
          <a:bodyPr wrap="square">
            <a:spAutoFit/>
          </a:bodyPr>
          <a:lstStyle/>
          <a:p>
            <a:pPr algn="ctr" defTabSz="666750">
              <a:lnSpc>
                <a:spcPct val="90000"/>
              </a:lnSpc>
              <a:spcBef>
                <a:spcPts val="600"/>
              </a:spcBef>
              <a:spcAft>
                <a:spcPts val="600"/>
              </a:spcAft>
            </a:pPr>
            <a:r>
              <a:rPr lang="en-IN" dirty="0">
                <a:latin typeface="Arial" panose="020B0604020202020204" pitchFamily="34" charset="0"/>
                <a:ea typeface="Cambria" panose="02040503050406030204" pitchFamily="18" charset="0"/>
              </a:rPr>
              <a:t>Multicurrency recordkeeping and reporting capabilities</a:t>
            </a:r>
            <a:endParaRPr lang="en-IN" dirty="0">
              <a:latin typeface="Arial" panose="020B0604020202020204" pitchFamily="34" charset="0"/>
              <a:ea typeface="Cambria" panose="02040503050406030204" pitchFamily="18" charset="0"/>
            </a:endParaRPr>
          </a:p>
        </p:txBody>
      </p:sp>
      <p:sp>
        <p:nvSpPr>
          <p:cNvPr id="21" name="Rectangle 20"/>
          <p:cNvSpPr/>
          <p:nvPr/>
        </p:nvSpPr>
        <p:spPr>
          <a:xfrm>
            <a:off x="8014735" y="3276542"/>
            <a:ext cx="2152417" cy="480131"/>
          </a:xfrm>
          <a:prstGeom prst="rect">
            <a:avLst/>
          </a:prstGeom>
        </p:spPr>
        <p:txBody>
          <a:bodyPr wrap="square">
            <a:spAutoFit/>
          </a:bodyPr>
          <a:lstStyle/>
          <a:p>
            <a:pPr algn="ctr" defTabSz="666750">
              <a:lnSpc>
                <a:spcPct val="90000"/>
              </a:lnSpc>
              <a:spcBef>
                <a:spcPts val="600"/>
              </a:spcBef>
              <a:spcAft>
                <a:spcPts val="600"/>
              </a:spcAft>
            </a:pPr>
            <a:r>
              <a:rPr lang="en-IN" dirty="0">
                <a:latin typeface="Arial" panose="020B0604020202020204" pitchFamily="34" charset="0"/>
                <a:ea typeface="Cambria" panose="02040503050406030204" pitchFamily="18" charset="0"/>
              </a:rPr>
              <a:t>Tax reporting and financial accounting</a:t>
            </a:r>
            <a:endParaRPr lang="en-IN"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753532" y="1193800"/>
          <a:ext cx="10676467" cy="4715933"/>
        </p:xfrm>
        <a:graphic>
          <a:graphicData uri="http://schemas.openxmlformats.org/drawingml/2006/table">
            <a:tbl>
              <a:tblPr firstRow="1" bandRow="1">
                <a:tableStyleId>{EB9631B5-78F2-41C9-869B-9F39066F8104}</a:tableStyleId>
              </a:tblPr>
              <a:tblGrid>
                <a:gridCol w="1611542"/>
                <a:gridCol w="5841841"/>
                <a:gridCol w="3223084"/>
              </a:tblGrid>
              <a:tr h="456583">
                <a:tc>
                  <a:txBody>
                    <a:bodyPr/>
                    <a:lstStyle/>
                    <a:p>
                      <a:pPr algn="ctr"/>
                      <a:r>
                        <a:rPr lang="en-IN" sz="1800" dirty="0"/>
                        <a:t>Term</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t>Description</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800" dirty="0"/>
                        <a:t>Example</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13237">
                <a:tc>
                  <a:txBody>
                    <a:bodyPr/>
                    <a:lstStyle/>
                    <a:p>
                      <a:pPr algn="l"/>
                      <a:r>
                        <a:rPr lang="en-IN" sz="1800" dirty="0"/>
                        <a:t>Custodian</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t>An organisation that holds securities and cash on its clients behalf and may effect trade settlement on its</a:t>
                      </a:r>
                      <a:r>
                        <a:rPr lang="en-IN" sz="1800" baseline="0" dirty="0"/>
                        <a:t> client behalf</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t>Deutsche Bank Domestic custody services</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519857">
                <a:tc>
                  <a:txBody>
                    <a:bodyPr/>
                    <a:lstStyle/>
                    <a:p>
                      <a:pPr algn="l"/>
                      <a:r>
                        <a:rPr lang="en-IN" sz="1800" dirty="0"/>
                        <a:t>Global Custodian</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t>As per custodian, but has a network of local(or sub-custodian) that hold securities and cash and effect trade settlement on behalf of the global custodian</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t>State Street , Citigroup,</a:t>
                      </a:r>
                      <a:endParaRPr lang="en-IN" sz="1800" dirty="0"/>
                    </a:p>
                    <a:p>
                      <a:pPr algn="l"/>
                      <a:r>
                        <a:rPr lang="en-IN" sz="1800" dirty="0" err="1"/>
                        <a:t>BoNY</a:t>
                      </a:r>
                      <a:r>
                        <a:rPr lang="en-IN" sz="1800" dirty="0"/>
                        <a:t>, Paribas</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13237">
                <a:tc>
                  <a:txBody>
                    <a:bodyPr/>
                    <a:lstStyle/>
                    <a:p>
                      <a:pPr algn="l"/>
                      <a:r>
                        <a:rPr lang="en-IN" sz="1800" dirty="0"/>
                        <a:t>Local Custodian</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t>A custodian that operate with in a specific financial center</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t>Credit Lyonnais Paris,</a:t>
                      </a:r>
                      <a:endParaRPr lang="en-IN" sz="1800" dirty="0"/>
                    </a:p>
                    <a:p>
                      <a:pPr algn="l"/>
                      <a:r>
                        <a:rPr lang="en-IN" sz="1800" dirty="0" err="1"/>
                        <a:t>Banco</a:t>
                      </a:r>
                      <a:r>
                        <a:rPr lang="en-IN" sz="1800" dirty="0"/>
                        <a:t> </a:t>
                      </a:r>
                      <a:r>
                        <a:rPr lang="en-IN" sz="1800" dirty="0" err="1"/>
                        <a:t>Espirito</a:t>
                      </a:r>
                      <a:r>
                        <a:rPr lang="en-IN" sz="1800" dirty="0"/>
                        <a:t> Santo </a:t>
                      </a:r>
                      <a:r>
                        <a:rPr lang="en-IN" sz="1800" dirty="0" err="1"/>
                        <a:t>Lisboa</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713019">
                <a:tc>
                  <a:txBody>
                    <a:bodyPr/>
                    <a:lstStyle/>
                    <a:p>
                      <a:pPr algn="l"/>
                      <a:r>
                        <a:rPr lang="en-IN" sz="1800" dirty="0"/>
                        <a:t>Sub -custodian</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t>A custodian within a Global custodians network of custodians</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800" dirty="0"/>
                        <a:t>Citibank Milan</a:t>
                      </a:r>
                      <a:endParaRPr lang="en-IN" sz="1800" dirty="0"/>
                    </a:p>
                    <a:p>
                      <a:pPr algn="l"/>
                      <a:r>
                        <a:rPr lang="en-IN" sz="1800" dirty="0"/>
                        <a:t>Citibank Madrid</a:t>
                      </a:r>
                      <a:endParaRPr lang="en-IN" sz="1800" dirty="0">
                        <a:latin typeface="Arial" panose="020B0604020202020204" pitchFamily="34" charset="0"/>
                      </a:endParaRPr>
                    </a:p>
                  </a:txBody>
                  <a:tcPr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Title 1"/>
          <p:cNvSpPr>
            <a:spLocks noGrp="1"/>
          </p:cNvSpPr>
          <p:nvPr>
            <p:ph type="title"/>
          </p:nvPr>
        </p:nvSpPr>
        <p:spPr/>
        <p:txBody>
          <a:bodyPr>
            <a:normAutofit/>
          </a:bodyPr>
          <a:lstStyle/>
          <a:p>
            <a:r>
              <a:rPr lang="en-US" dirty="0"/>
              <a:t>TYPES OF CUSTODIANS</a:t>
            </a:r>
            <a:endParaRPr 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2274601" y="4037575"/>
            <a:ext cx="7394332" cy="0"/>
          </a:xfrm>
          <a:prstGeom prst="line">
            <a:avLst/>
          </a:prstGeom>
          <a:ln w="9525">
            <a:solidFill>
              <a:srgbClr val="035642"/>
            </a:solidFill>
            <a:prstDash val="sysDash"/>
            <a:headEnd type="oval"/>
            <a:tailEnd type="oval"/>
          </a:ln>
          <a:effectLst/>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968626" y="1017393"/>
            <a:ext cx="4788274" cy="24955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marL="342900" indent="-342900">
              <a:buFont typeface="Arial" panose="020B0604020202020204" pitchFamily="34" charset="0"/>
              <a:buChar char="•"/>
            </a:pPr>
            <a:r>
              <a:rPr lang="en-US" sz="1800" dirty="0">
                <a:solidFill>
                  <a:prstClr val="black"/>
                </a:solidFill>
                <a:latin typeface="Arial" panose="020B0604020202020204" pitchFamily="34" charset="0"/>
              </a:rPr>
              <a:t>Some global custodians maintain an extensive network of branches globally and can meet the local custody needs of their investor clients by employing their own branches as local custody providers.</a:t>
            </a:r>
            <a:endParaRPr lang="en-US" sz="1800" dirty="0">
              <a:solidFill>
                <a:prstClr val="black"/>
              </a:solidFill>
              <a:latin typeface="Arial" panose="020B0604020202020204" pitchFamily="34" charset="0"/>
            </a:endParaRPr>
          </a:p>
          <a:p>
            <a:pPr marL="342900" indent="-342900">
              <a:buFont typeface="Arial" panose="020B0604020202020204" pitchFamily="34" charset="0"/>
              <a:buChar char="•"/>
            </a:pPr>
            <a:endParaRPr lang="en-US" sz="1800" dirty="0">
              <a:solidFill>
                <a:prstClr val="black"/>
              </a:solidFill>
              <a:latin typeface="Arial" panose="020B0604020202020204" pitchFamily="34" charset="0"/>
            </a:endParaRPr>
          </a:p>
          <a:p>
            <a:pPr marL="342900" indent="-342900">
              <a:buFont typeface="Arial" panose="020B0604020202020204" pitchFamily="34" charset="0"/>
              <a:buChar char="•"/>
            </a:pPr>
            <a:r>
              <a:rPr lang="en-US" sz="1800" dirty="0">
                <a:solidFill>
                  <a:prstClr val="black"/>
                </a:solidFill>
                <a:latin typeface="Arial" panose="020B0604020202020204" pitchFamily="34" charset="0"/>
              </a:rPr>
              <a:t>Citi maintains a proprietary branch network covering 57 markets</a:t>
            </a:r>
            <a:endParaRPr lang="en-US" sz="1800" dirty="0">
              <a:solidFill>
                <a:prstClr val="black"/>
              </a:solidFill>
              <a:latin typeface="Arial" panose="020B0604020202020204" pitchFamily="34" charset="0"/>
            </a:endParaRPr>
          </a:p>
        </p:txBody>
      </p:sp>
      <p:pic>
        <p:nvPicPr>
          <p:cNvPr id="4" name="Picture 3"/>
          <p:cNvPicPr>
            <a:picLocks noChangeAspect="1"/>
          </p:cNvPicPr>
          <p:nvPr/>
        </p:nvPicPr>
        <p:blipFill>
          <a:blip r:embed="rId1"/>
          <a:stretch>
            <a:fillRect/>
          </a:stretch>
        </p:blipFill>
        <p:spPr>
          <a:xfrm>
            <a:off x="3881503" y="5194523"/>
            <a:ext cx="1900227" cy="885820"/>
          </a:xfrm>
          <a:prstGeom prst="rect">
            <a:avLst/>
          </a:prstGeom>
        </p:spPr>
      </p:pic>
      <p:pic>
        <p:nvPicPr>
          <p:cNvPr id="2" name="Picture 1"/>
          <p:cNvPicPr>
            <a:picLocks noChangeAspect="1"/>
          </p:cNvPicPr>
          <p:nvPr/>
        </p:nvPicPr>
        <p:blipFill>
          <a:blip r:embed="rId2"/>
          <a:stretch>
            <a:fillRect/>
          </a:stretch>
        </p:blipFill>
        <p:spPr>
          <a:xfrm>
            <a:off x="6000845" y="5427281"/>
            <a:ext cx="2290245" cy="615586"/>
          </a:xfrm>
          <a:prstGeom prst="rect">
            <a:avLst/>
          </a:prstGeom>
        </p:spPr>
      </p:pic>
      <p:pic>
        <p:nvPicPr>
          <p:cNvPr id="3" name="Picture 2"/>
          <p:cNvPicPr>
            <a:picLocks noChangeAspect="1"/>
          </p:cNvPicPr>
          <p:nvPr/>
        </p:nvPicPr>
        <p:blipFill>
          <a:blip r:embed="rId3"/>
          <a:stretch>
            <a:fillRect/>
          </a:stretch>
        </p:blipFill>
        <p:spPr>
          <a:xfrm>
            <a:off x="6344384" y="4512305"/>
            <a:ext cx="2104889" cy="539715"/>
          </a:xfrm>
          <a:prstGeom prst="rect">
            <a:avLst/>
          </a:prstGeom>
        </p:spPr>
      </p:pic>
      <p:pic>
        <p:nvPicPr>
          <p:cNvPr id="6" name="Picture 5"/>
          <p:cNvPicPr>
            <a:picLocks noChangeAspect="1"/>
          </p:cNvPicPr>
          <p:nvPr/>
        </p:nvPicPr>
        <p:blipFill>
          <a:blip r:embed="rId4"/>
          <a:stretch>
            <a:fillRect/>
          </a:stretch>
        </p:blipFill>
        <p:spPr>
          <a:xfrm>
            <a:off x="3507829" y="4434650"/>
            <a:ext cx="2647576" cy="582800"/>
          </a:xfrm>
          <a:prstGeom prst="rect">
            <a:avLst/>
          </a:prstGeom>
        </p:spPr>
      </p:pic>
      <p:sp>
        <p:nvSpPr>
          <p:cNvPr id="9" name="Rounded Rectangle 8"/>
          <p:cNvSpPr/>
          <p:nvPr/>
        </p:nvSpPr>
        <p:spPr>
          <a:xfrm>
            <a:off x="1337358" y="906565"/>
            <a:ext cx="4479241" cy="2606424"/>
          </a:xfrm>
          <a:prstGeom prst="roundRect">
            <a:avLst>
              <a:gd name="adj" fmla="val 9196"/>
            </a:avLst>
          </a:prstGeom>
          <a:solidFill>
            <a:schemeClr val="bg1">
              <a:lumMod val="85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7631" tIns="210887" rIns="254701" bIns="210886" numCol="1" spcCol="1270" anchor="ctr" anchorCtr="0">
            <a:noAutofit/>
          </a:bodyPr>
          <a:lstStyle/>
          <a:p>
            <a:pPr algn="ctr"/>
            <a:r>
              <a:rPr lang="en-US" sz="1800" dirty="0">
                <a:solidFill>
                  <a:prstClr val="black"/>
                </a:solidFill>
                <a:latin typeface="Arial" panose="020B0604020202020204" pitchFamily="34" charset="0"/>
              </a:rPr>
              <a:t>A global custodian provides investment administration for investor clients, including processing cross-border securities trades and keeping financial assets secure (i.e., providing safe custody) outside the country where the investor is located.</a:t>
            </a:r>
            <a:endParaRPr lang="en-US" sz="1800" dirty="0">
              <a:solidFill>
                <a:prstClr val="black"/>
              </a:solidFill>
              <a:latin typeface="Arial" panose="020B0604020202020204" pitchFamily="34" charset="0"/>
            </a:endParaRPr>
          </a:p>
        </p:txBody>
      </p:sp>
      <p:sp>
        <p:nvSpPr>
          <p:cNvPr id="10" name="Rectangle 9"/>
          <p:cNvSpPr/>
          <p:nvPr/>
        </p:nvSpPr>
        <p:spPr>
          <a:xfrm>
            <a:off x="4445001" y="3805304"/>
            <a:ext cx="3458248" cy="452273"/>
          </a:xfrm>
          <a:prstGeom prst="rect">
            <a:avLst/>
          </a:prstGeom>
          <a:solidFill>
            <a:srgbClr val="035642">
              <a:alpha val="95000"/>
            </a:srgb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7631" tIns="210887" rIns="254701" bIns="210886" numCol="1" spcCol="1270" anchor="ctr" anchorCtr="0">
            <a:noAutofit/>
          </a:bodyPr>
          <a:lstStyle/>
          <a:p>
            <a:pPr algn="ctr">
              <a:defRPr/>
            </a:pPr>
            <a:r>
              <a:rPr lang="en-US" sz="1800" b="1" dirty="0">
                <a:solidFill>
                  <a:prstClr val="white"/>
                </a:solidFill>
                <a:latin typeface="Arial" panose="020B0604020202020204" pitchFamily="34" charset="0"/>
              </a:rPr>
              <a:t>Few Global Custodians</a:t>
            </a:r>
            <a:endParaRPr lang="en-US" sz="1800" b="1" dirty="0">
              <a:solidFill>
                <a:prstClr val="white"/>
              </a:solidFill>
              <a:latin typeface="Arial" panose="020B0604020202020204" pitchFamily="34" charset="0"/>
            </a:endParaRPr>
          </a:p>
        </p:txBody>
      </p:sp>
      <p:sp>
        <p:nvSpPr>
          <p:cNvPr id="7" name="Title 6"/>
          <p:cNvSpPr>
            <a:spLocks noGrp="1"/>
          </p:cNvSpPr>
          <p:nvPr>
            <p:ph type="title"/>
          </p:nvPr>
        </p:nvSpPr>
        <p:spPr/>
        <p:txBody>
          <a:bodyPr/>
          <a:lstStyle/>
          <a:p>
            <a:r>
              <a:rPr lang="en-US" sz="2400" b="1" dirty="0"/>
              <a:t>GLOBAL CUSTODIAN</a:t>
            </a:r>
            <a:endParaRPr lang="en-US" dirty="0"/>
          </a:p>
        </p:txBody>
      </p:sp>
    </p:spTree>
    <p:custDataLst>
      <p:tags r:id="rId5"/>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40427" y="960911"/>
            <a:ext cx="5098837" cy="2420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t"/>
          <a:lstStyle/>
          <a:p>
            <a:pPr marL="342900" indent="-342900">
              <a:buFont typeface="Arial" panose="020B0604020202020204" pitchFamily="34" charset="0"/>
              <a:buChar char="•"/>
              <a:defRPr/>
            </a:pPr>
            <a:r>
              <a:rPr lang="en-US" sz="1800" dirty="0">
                <a:solidFill>
                  <a:prstClr val="black"/>
                </a:solidFill>
                <a:latin typeface="Arial" panose="020B0604020202020204" pitchFamily="34" charset="0"/>
              </a:rPr>
              <a:t>A sub-custodian effectively serves as the eyes and ears of the global custodian in the local market, providing a range of clearing, settlement and asset servicing duties</a:t>
            </a:r>
            <a:endParaRPr lang="en-US" sz="1800" dirty="0">
              <a:solidFill>
                <a:prstClr val="black"/>
              </a:solidFill>
              <a:latin typeface="Arial" panose="020B0604020202020204" pitchFamily="34" charset="0"/>
            </a:endParaRPr>
          </a:p>
          <a:p>
            <a:pPr marL="342900" indent="-342900">
              <a:buFont typeface="Arial" panose="020B0604020202020204" pitchFamily="34" charset="0"/>
              <a:buChar char="•"/>
              <a:defRPr/>
            </a:pPr>
            <a:endParaRPr lang="en-US" sz="1800" dirty="0">
              <a:solidFill>
                <a:prstClr val="black"/>
              </a:solidFill>
              <a:latin typeface="Arial" panose="020B0604020202020204" pitchFamily="34" charset="0"/>
            </a:endParaRPr>
          </a:p>
          <a:p>
            <a:pPr marL="342900" indent="-342900">
              <a:buFont typeface="Arial" panose="020B0604020202020204" pitchFamily="34" charset="0"/>
              <a:buChar char="•"/>
              <a:defRPr/>
            </a:pPr>
            <a:r>
              <a:rPr lang="en-US" sz="1800" dirty="0">
                <a:solidFill>
                  <a:prstClr val="black"/>
                </a:solidFill>
                <a:latin typeface="Arial" panose="020B0604020202020204" pitchFamily="34" charset="0"/>
              </a:rPr>
              <a:t>Will lobby the market authorities for reforms that will make the market more appealing and an efficient target for foreign investment.</a:t>
            </a:r>
            <a:endParaRPr lang="en-US" sz="1800" dirty="0">
              <a:solidFill>
                <a:prstClr val="black"/>
              </a:solidFill>
              <a:latin typeface="Arial" panose="020B0604020202020204" pitchFamily="34" charset="0"/>
            </a:endParaRPr>
          </a:p>
        </p:txBody>
      </p:sp>
      <p:pic>
        <p:nvPicPr>
          <p:cNvPr id="4" name="Picture 3"/>
          <p:cNvPicPr>
            <a:picLocks noChangeAspect="1"/>
          </p:cNvPicPr>
          <p:nvPr/>
        </p:nvPicPr>
        <p:blipFill>
          <a:blip r:embed="rId1"/>
          <a:stretch>
            <a:fillRect/>
          </a:stretch>
        </p:blipFill>
        <p:spPr>
          <a:xfrm>
            <a:off x="3729678" y="4776219"/>
            <a:ext cx="3684588" cy="1047750"/>
          </a:xfrm>
          <a:prstGeom prst="rect">
            <a:avLst/>
          </a:prstGeom>
        </p:spPr>
      </p:pic>
      <p:pic>
        <p:nvPicPr>
          <p:cNvPr id="6" name="Picture 5"/>
          <p:cNvPicPr>
            <a:picLocks noChangeAspect="1"/>
          </p:cNvPicPr>
          <p:nvPr/>
        </p:nvPicPr>
        <p:blipFill>
          <a:blip r:embed="rId2"/>
          <a:stretch>
            <a:fillRect/>
          </a:stretch>
        </p:blipFill>
        <p:spPr>
          <a:xfrm>
            <a:off x="5190067" y="4285847"/>
            <a:ext cx="3998285" cy="561975"/>
          </a:xfrm>
          <a:prstGeom prst="rect">
            <a:avLst/>
          </a:prstGeom>
        </p:spPr>
      </p:pic>
      <p:pic>
        <p:nvPicPr>
          <p:cNvPr id="7" name="Picture 6"/>
          <p:cNvPicPr>
            <a:picLocks noChangeAspect="1"/>
          </p:cNvPicPr>
          <p:nvPr/>
        </p:nvPicPr>
        <p:blipFill>
          <a:blip r:embed="rId3"/>
          <a:stretch>
            <a:fillRect/>
          </a:stretch>
        </p:blipFill>
        <p:spPr>
          <a:xfrm>
            <a:off x="5190067" y="5666358"/>
            <a:ext cx="2713383" cy="685800"/>
          </a:xfrm>
          <a:prstGeom prst="rect">
            <a:avLst/>
          </a:prstGeom>
        </p:spPr>
      </p:pic>
      <p:sp>
        <p:nvSpPr>
          <p:cNvPr id="8" name="Rounded Rectangle 7"/>
          <p:cNvSpPr/>
          <p:nvPr/>
        </p:nvSpPr>
        <p:spPr>
          <a:xfrm>
            <a:off x="6327140" y="956513"/>
            <a:ext cx="4864869" cy="2312607"/>
          </a:xfrm>
          <a:prstGeom prst="roundRect">
            <a:avLst>
              <a:gd name="adj" fmla="val 11175"/>
            </a:avLst>
          </a:prstGeom>
          <a:solidFill>
            <a:schemeClr val="bg1">
              <a:lumMod val="85000"/>
              <a:alpha val="9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7631" tIns="210887" rIns="254701" bIns="210886" numCol="1" spcCol="1270" anchor="ctr" anchorCtr="0">
            <a:noAutofit/>
          </a:bodyPr>
          <a:lstStyle/>
          <a:p>
            <a:pPr algn="ctr">
              <a:defRPr/>
            </a:pPr>
            <a:r>
              <a:rPr lang="en-US" sz="1800" dirty="0">
                <a:solidFill>
                  <a:prstClr val="black"/>
                </a:solidFill>
                <a:latin typeface="Arial" panose="020B0604020202020204" pitchFamily="34" charset="0"/>
              </a:rPr>
              <a:t>In locations where a global custodian does not have its own branch, a global custodian may appoint an external agent bank to provide local custody services</a:t>
            </a:r>
            <a:endParaRPr lang="en-US" sz="1800" dirty="0">
              <a:solidFill>
                <a:prstClr val="black"/>
              </a:solidFill>
              <a:latin typeface="Arial" panose="020B0604020202020204" pitchFamily="34" charset="0"/>
            </a:endParaRPr>
          </a:p>
        </p:txBody>
      </p:sp>
      <p:cxnSp>
        <p:nvCxnSpPr>
          <p:cNvPr id="10" name="Straight Connector 9"/>
          <p:cNvCxnSpPr/>
          <p:nvPr/>
        </p:nvCxnSpPr>
        <p:spPr>
          <a:xfrm>
            <a:off x="2205945" y="3833574"/>
            <a:ext cx="7394332" cy="0"/>
          </a:xfrm>
          <a:prstGeom prst="line">
            <a:avLst/>
          </a:prstGeom>
          <a:ln w="9525">
            <a:solidFill>
              <a:srgbClr val="035642"/>
            </a:solidFill>
            <a:prstDash val="sysDash"/>
            <a:headEnd type="oval"/>
            <a:tailEnd type="oval"/>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4287909" y="3640569"/>
            <a:ext cx="3827199" cy="452273"/>
          </a:xfrm>
          <a:prstGeom prst="rect">
            <a:avLst/>
          </a:prstGeom>
          <a:solidFill>
            <a:srgbClr val="035642">
              <a:alpha val="95000"/>
            </a:srgb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87631" tIns="210887" rIns="254701" bIns="210886" numCol="1" spcCol="1270" anchor="ctr" anchorCtr="0">
            <a:noAutofit/>
          </a:bodyPr>
          <a:lstStyle/>
          <a:p>
            <a:pPr algn="ctr">
              <a:defRPr/>
            </a:pPr>
            <a:r>
              <a:rPr lang="en-US" sz="1800" b="1" dirty="0">
                <a:solidFill>
                  <a:prstClr val="white"/>
                </a:solidFill>
                <a:latin typeface="Arial" panose="020B0604020202020204" pitchFamily="34" charset="0"/>
              </a:rPr>
              <a:t>Few Sub/Local Custodians</a:t>
            </a:r>
            <a:endParaRPr lang="en-US" sz="1800" b="1" dirty="0">
              <a:solidFill>
                <a:prstClr val="white"/>
              </a:solidFill>
              <a:latin typeface="Arial" panose="020B0604020202020204" pitchFamily="34" charset="0"/>
            </a:endParaRPr>
          </a:p>
        </p:txBody>
      </p:sp>
      <p:sp>
        <p:nvSpPr>
          <p:cNvPr id="2" name="Title 1"/>
          <p:cNvSpPr>
            <a:spLocks noGrp="1"/>
          </p:cNvSpPr>
          <p:nvPr>
            <p:ph type="title"/>
          </p:nvPr>
        </p:nvSpPr>
        <p:spPr/>
        <p:txBody>
          <a:bodyPr>
            <a:normAutofit/>
          </a:bodyPr>
          <a:lstStyle/>
          <a:p>
            <a:r>
              <a:rPr lang="en-US" b="1" dirty="0"/>
              <a:t>SUB/LOCAL CUSTODIAN</a:t>
            </a:r>
            <a:endParaRPr lang="en-US" dirty="0"/>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19" name="Google Shape;319;p4"/>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WHAT IS RECON?</a:t>
            </a:r>
            <a:endParaRPr lang="en-US"/>
          </a:p>
        </p:txBody>
      </p:sp>
      <p:sp>
        <p:nvSpPr>
          <p:cNvPr id="320" name="Google Shape;320;p4"/>
          <p:cNvSpPr/>
          <p:nvPr/>
        </p:nvSpPr>
        <p:spPr>
          <a:xfrm>
            <a:off x="700550" y="1207958"/>
            <a:ext cx="1371600" cy="5029200"/>
          </a:xfrm>
          <a:prstGeom prst="round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21" name="Google Shape;321;p4"/>
          <p:cNvSpPr/>
          <p:nvPr/>
        </p:nvSpPr>
        <p:spPr>
          <a:xfrm>
            <a:off x="869329" y="1314780"/>
            <a:ext cx="10842121" cy="4819828"/>
          </a:xfrm>
          <a:prstGeom prst="roundRect">
            <a:avLst>
              <a:gd name="adj" fmla="val 5282"/>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22" name="Google Shape;322;p4"/>
          <p:cNvSpPr txBox="1"/>
          <p:nvPr/>
        </p:nvSpPr>
        <p:spPr>
          <a:xfrm>
            <a:off x="1054215" y="1436785"/>
            <a:ext cx="10437235" cy="4444470"/>
          </a:xfrm>
          <a:prstGeom prst="rect">
            <a:avLst/>
          </a:prstGeom>
          <a:noFill/>
          <a:ln>
            <a:noFill/>
          </a:ln>
        </p:spPr>
        <p:txBody>
          <a:bodyPr spcFirstLastPara="1" wrap="square" lIns="0" tIns="12700" rIns="0" bIns="0" anchor="t" anchorCtr="0">
            <a:noAutofit/>
          </a:bodyPr>
          <a:lstStyle/>
          <a:p>
            <a:pPr marL="285750" marR="0" lvl="0" indent="-285750" algn="l" rtl="0">
              <a:lnSpc>
                <a:spcPct val="150000"/>
              </a:lnSpc>
              <a:spcBef>
                <a:spcPts val="60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Reconciliation is the Control Process by which 2 or more sets of data are compared and any discrepancies are investigated and documented through to resolution, including formal reporting and escalation.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Reconciliation of positions and trades within internal books and records with the outside world is of utmost importance in ensuring that any Bank remains in Control of its assets and liabilities </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561340" marR="0" lvl="0" indent="-285750" algn="l" rtl="0">
              <a:lnSpc>
                <a:spcPct val="150000"/>
              </a:lnSpc>
              <a:spcBef>
                <a:spcPts val="900"/>
              </a:spcBef>
              <a:spcAft>
                <a:spcPts val="30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The primary purpose of reconciliation is to identify and resolve any differences between the two sets of records, which may arise due to various factors such as errors, omissions, or timing differences.</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5"/>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28" name="Google Shape;328;p5"/>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WHY RECON?</a:t>
            </a:r>
            <a:endParaRPr lang="en-US"/>
          </a:p>
        </p:txBody>
      </p:sp>
      <p:sp>
        <p:nvSpPr>
          <p:cNvPr id="329" name="Google Shape;329;p5"/>
          <p:cNvSpPr/>
          <p:nvPr/>
        </p:nvSpPr>
        <p:spPr>
          <a:xfrm>
            <a:off x="700550" y="1207958"/>
            <a:ext cx="1371600" cy="5029200"/>
          </a:xfrm>
          <a:prstGeom prst="round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30" name="Google Shape;330;p5"/>
          <p:cNvSpPr/>
          <p:nvPr/>
        </p:nvSpPr>
        <p:spPr>
          <a:xfrm>
            <a:off x="869329" y="1314780"/>
            <a:ext cx="10842121" cy="4819828"/>
          </a:xfrm>
          <a:prstGeom prst="roundRect">
            <a:avLst>
              <a:gd name="adj" fmla="val 5282"/>
            </a:avLst>
          </a:prstGeom>
          <a:solidFill>
            <a:schemeClr val="lt1"/>
          </a:solidFill>
          <a:ln w="12700"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31" name="Google Shape;331;p5"/>
          <p:cNvSpPr txBox="1"/>
          <p:nvPr/>
        </p:nvSpPr>
        <p:spPr>
          <a:xfrm>
            <a:off x="1054215" y="1436785"/>
            <a:ext cx="10437235" cy="4444470"/>
          </a:xfrm>
          <a:prstGeom prst="rect">
            <a:avLst/>
          </a:prstGeom>
          <a:noFill/>
          <a:ln>
            <a:noFill/>
          </a:ln>
        </p:spPr>
        <p:txBody>
          <a:bodyPr spcFirstLastPara="1" wrap="square" lIns="0" tIns="12700" rIns="0" bIns="0" anchor="t" anchorCtr="0">
            <a:noAutofit/>
          </a:bodyPr>
          <a:lstStyle/>
          <a:p>
            <a:pPr marL="285750" marR="0" lvl="0" indent="-285750" algn="l" rtl="0">
              <a:lnSpc>
                <a:spcPct val="150000"/>
              </a:lnSpc>
              <a:spcBef>
                <a:spcPts val="600"/>
              </a:spcBef>
              <a:spcAft>
                <a:spcPts val="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Irrespective of what part of the company you are involved with, you will always need to know what your positions are, whether they are securities-related or cash-related. A problem arises when the position that you think you have either does not exist or indicates a different amount to what you actually have. In other words, you need to be sure that the position you think you have does actually exist</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600"/>
              </a:spcAft>
              <a:buClr>
                <a:schemeClr val="dk1"/>
              </a:buClr>
              <a:buSzPts val="1800"/>
              <a:buFont typeface="Arial" panose="020B0604020202020204"/>
              <a:buChar char="•"/>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Total Position for securities total balance for cash can go wrong, if the individual transaction for cash and securities goes wrong.</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3" name="Shape 203"/>
        <p:cNvGrpSpPr/>
        <p:nvPr/>
      </p:nvGrpSpPr>
      <p:grpSpPr>
        <a:xfrm>
          <a:off x="0" y="0"/>
          <a:ext cx="0" cy="0"/>
          <a:chOff x="0" y="0"/>
          <a:chExt cx="0" cy="0"/>
        </a:xfrm>
      </p:grpSpPr>
      <p:sp>
        <p:nvSpPr>
          <p:cNvPr id="204" name="Google Shape;204;p6"/>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05" name="Google Shape;205;p6"/>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cap="none"/>
              <a:t>PURPOSE OF RECONCILIATION</a:t>
            </a:r>
            <a:endParaRPr lang="en-US" cap="none"/>
          </a:p>
        </p:txBody>
      </p:sp>
      <p:grpSp>
        <p:nvGrpSpPr>
          <p:cNvPr id="206" name="Google Shape;206;p6"/>
          <p:cNvGrpSpPr/>
          <p:nvPr/>
        </p:nvGrpSpPr>
        <p:grpSpPr>
          <a:xfrm>
            <a:off x="685800" y="1775637"/>
            <a:ext cx="10996149" cy="4625164"/>
            <a:chOff x="685800" y="1976989"/>
            <a:chExt cx="10996149" cy="4423811"/>
          </a:xfrm>
        </p:grpSpPr>
        <p:grpSp>
          <p:nvGrpSpPr>
            <p:cNvPr id="207" name="Google Shape;207;p6"/>
            <p:cNvGrpSpPr/>
            <p:nvPr/>
          </p:nvGrpSpPr>
          <p:grpSpPr>
            <a:xfrm>
              <a:off x="685800" y="1976989"/>
              <a:ext cx="10996149" cy="1014040"/>
              <a:chOff x="700550" y="1526919"/>
              <a:chExt cx="10996149" cy="1014040"/>
            </a:xfrm>
          </p:grpSpPr>
          <p:sp>
            <p:nvSpPr>
              <p:cNvPr id="208" name="Google Shape;208;p6"/>
              <p:cNvSpPr/>
              <p:nvPr/>
            </p:nvSpPr>
            <p:spPr>
              <a:xfrm>
                <a:off x="1140825" y="1526919"/>
                <a:ext cx="289256" cy="147100"/>
              </a:xfrm>
              <a:prstGeom prst="triangle">
                <a:avLst>
                  <a:gd name="adj" fmla="val 50000"/>
                </a:avLst>
              </a:prstGeom>
              <a:solidFill>
                <a:srgbClr val="1463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9" name="Google Shape;209;p6"/>
              <p:cNvSpPr/>
              <p:nvPr/>
            </p:nvSpPr>
            <p:spPr>
              <a:xfrm rot="10800000" flipH="1">
                <a:off x="1140825" y="2380600"/>
                <a:ext cx="289256" cy="147100"/>
              </a:xfrm>
              <a:prstGeom prst="triangle">
                <a:avLst>
                  <a:gd name="adj" fmla="val 50000"/>
                </a:avLst>
              </a:prstGeom>
              <a:solidFill>
                <a:srgbClr val="1463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10" name="Google Shape;210;p6"/>
              <p:cNvSpPr/>
              <p:nvPr/>
            </p:nvSpPr>
            <p:spPr>
              <a:xfrm>
                <a:off x="3330420" y="1646406"/>
                <a:ext cx="8366279" cy="894553"/>
              </a:xfrm>
              <a:prstGeom prst="rect">
                <a:avLst/>
              </a:prstGeom>
              <a:gradFill>
                <a:gsLst>
                  <a:gs pos="0">
                    <a:srgbClr val="FFFFFF"/>
                  </a:gs>
                  <a:gs pos="67000">
                    <a:srgbClr val="FFFFFF"/>
                  </a:gs>
                  <a:gs pos="100000">
                    <a:srgbClr val="FFFFFF"/>
                  </a:gs>
                </a:gsLst>
                <a:lin ang="16200000" scaled="0"/>
              </a:gra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365750" tIns="0" rIns="0" bIns="0" anchor="ctr" anchorCtr="0">
                <a:noAutofit/>
              </a:bodyPr>
              <a:lstStyle/>
              <a:p>
                <a:pPr marL="0" marR="0" lvl="0" indent="0" algn="l" rtl="0">
                  <a:spcBef>
                    <a:spcPts val="0"/>
                  </a:spcBef>
                  <a:spcAft>
                    <a:spcPts val="0"/>
                  </a:spcAft>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Reconciliation is used to verify that the data or transactions in one set of records match those in another set. This is done to ensure that all information is accurately recorded and accounted for</a:t>
                </a:r>
                <a:endPar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11" name="Google Shape;211;p6"/>
              <p:cNvSpPr/>
              <p:nvPr/>
            </p:nvSpPr>
            <p:spPr>
              <a:xfrm rot="5400000" flipH="1">
                <a:off x="2940295" y="1975159"/>
                <a:ext cx="955694" cy="175903"/>
              </a:xfrm>
              <a:prstGeom prst="parallelogram">
                <a:avLst>
                  <a:gd name="adj" fmla="val 39535"/>
                </a:avLst>
              </a:prstGeom>
              <a:solidFill>
                <a:srgbClr val="A5A5A5"/>
              </a:soli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4D4E5C"/>
                  </a:solidFill>
                  <a:latin typeface="Arial" panose="020B0604020202020204"/>
                  <a:ea typeface="Arial" panose="020B0604020202020204"/>
                  <a:cs typeface="Arial" panose="020B0604020202020204"/>
                  <a:sym typeface="Arial" panose="020B0604020202020204"/>
                </a:endParaRPr>
              </a:p>
            </p:txBody>
          </p:sp>
          <p:sp>
            <p:nvSpPr>
              <p:cNvPr id="212" name="Google Shape;212;p6"/>
              <p:cNvSpPr/>
              <p:nvPr/>
            </p:nvSpPr>
            <p:spPr>
              <a:xfrm>
                <a:off x="1113427" y="1582882"/>
                <a:ext cx="2391262" cy="888854"/>
              </a:xfrm>
              <a:prstGeom prst="rect">
                <a:avLst/>
              </a:prstGeom>
              <a:solidFill>
                <a:schemeClr val="accent4"/>
              </a:soli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274300" tIns="45700" rIns="91425" bIns="45700" anchor="ctr" anchorCtr="0">
                <a:noAutofit/>
              </a:bodyPr>
              <a:lstStyle/>
              <a:p>
                <a:pPr marL="0" marR="0" lvl="0" indent="0" algn="l" rtl="0">
                  <a:spcBef>
                    <a:spcPts val="0"/>
                  </a:spcBef>
                  <a:spcAft>
                    <a:spcPts val="0"/>
                  </a:spcAft>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Verification of Accuracy</a:t>
                </a:r>
                <a:endPar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13" name="Google Shape;213;p6"/>
              <p:cNvSpPr/>
              <p:nvPr/>
            </p:nvSpPr>
            <p:spPr>
              <a:xfrm>
                <a:off x="700550" y="1526919"/>
                <a:ext cx="584200" cy="1000781"/>
              </a:xfrm>
              <a:prstGeom prst="rect">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01</a:t>
                </a:r>
                <a:endPar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214" name="Google Shape;214;p6"/>
            <p:cNvGrpSpPr/>
            <p:nvPr/>
          </p:nvGrpSpPr>
          <p:grpSpPr>
            <a:xfrm>
              <a:off x="685800" y="3113579"/>
              <a:ext cx="10996149" cy="1014040"/>
              <a:chOff x="700550" y="1526919"/>
              <a:chExt cx="10996149" cy="1014040"/>
            </a:xfrm>
          </p:grpSpPr>
          <p:sp>
            <p:nvSpPr>
              <p:cNvPr id="215" name="Google Shape;215;p6"/>
              <p:cNvSpPr/>
              <p:nvPr/>
            </p:nvSpPr>
            <p:spPr>
              <a:xfrm>
                <a:off x="1140825" y="1526919"/>
                <a:ext cx="289256" cy="147100"/>
              </a:xfrm>
              <a:prstGeom prst="triangle">
                <a:avLst>
                  <a:gd name="adj" fmla="val 50000"/>
                </a:avLst>
              </a:prstGeom>
              <a:solidFill>
                <a:srgbClr val="1463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16" name="Google Shape;216;p6"/>
              <p:cNvSpPr/>
              <p:nvPr/>
            </p:nvSpPr>
            <p:spPr>
              <a:xfrm rot="10800000" flipH="1">
                <a:off x="1140825" y="2380600"/>
                <a:ext cx="289256" cy="147100"/>
              </a:xfrm>
              <a:prstGeom prst="triangle">
                <a:avLst>
                  <a:gd name="adj" fmla="val 50000"/>
                </a:avLst>
              </a:prstGeom>
              <a:solidFill>
                <a:srgbClr val="1463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17" name="Google Shape;217;p6"/>
              <p:cNvSpPr/>
              <p:nvPr/>
            </p:nvSpPr>
            <p:spPr>
              <a:xfrm>
                <a:off x="3330420" y="1646406"/>
                <a:ext cx="8366279" cy="894553"/>
              </a:xfrm>
              <a:prstGeom prst="rect">
                <a:avLst/>
              </a:prstGeom>
              <a:gradFill>
                <a:gsLst>
                  <a:gs pos="0">
                    <a:srgbClr val="FFFFFF"/>
                  </a:gs>
                  <a:gs pos="67000">
                    <a:srgbClr val="FFFFFF"/>
                  </a:gs>
                  <a:gs pos="100000">
                    <a:srgbClr val="FFFFFF"/>
                  </a:gs>
                </a:gsLst>
                <a:lin ang="16200000" scaled="0"/>
              </a:gra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365750" tIns="0" rIns="0" bIns="0" anchor="ctr" anchorCtr="0">
                <a:noAutofit/>
              </a:bodyPr>
              <a:lstStyle/>
              <a:p>
                <a:pPr marL="0" marR="0" lvl="0" indent="0" algn="l" rtl="0">
                  <a:spcBef>
                    <a:spcPts val="0"/>
                  </a:spcBef>
                  <a:spcAft>
                    <a:spcPts val="0"/>
                  </a:spcAft>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During the reconciliation process, any discrepancies or differences between the two sets of records are identified. These discrepancies could be in the form of missing items, incorrect amounts, or other inconsistencies.</a:t>
                </a:r>
                <a:endPar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18" name="Google Shape;218;p6"/>
              <p:cNvSpPr/>
              <p:nvPr/>
            </p:nvSpPr>
            <p:spPr>
              <a:xfrm rot="5400000" flipH="1">
                <a:off x="2940295" y="1975159"/>
                <a:ext cx="955694" cy="175903"/>
              </a:xfrm>
              <a:prstGeom prst="parallelogram">
                <a:avLst>
                  <a:gd name="adj" fmla="val 39535"/>
                </a:avLst>
              </a:prstGeom>
              <a:solidFill>
                <a:srgbClr val="A5A5A5"/>
              </a:soli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4D4E5C"/>
                  </a:solidFill>
                  <a:latin typeface="Arial" panose="020B0604020202020204"/>
                  <a:ea typeface="Arial" panose="020B0604020202020204"/>
                  <a:cs typeface="Arial" panose="020B0604020202020204"/>
                  <a:sym typeface="Arial" panose="020B0604020202020204"/>
                </a:endParaRPr>
              </a:p>
            </p:txBody>
          </p:sp>
          <p:sp>
            <p:nvSpPr>
              <p:cNvPr id="219" name="Google Shape;219;p6"/>
              <p:cNvSpPr/>
              <p:nvPr/>
            </p:nvSpPr>
            <p:spPr>
              <a:xfrm>
                <a:off x="1113427" y="1582882"/>
                <a:ext cx="2391262" cy="888854"/>
              </a:xfrm>
              <a:prstGeom prst="rect">
                <a:avLst/>
              </a:prstGeom>
              <a:solidFill>
                <a:schemeClr val="accent5"/>
              </a:soli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274300" tIns="45700" rIns="91425" bIns="45700" anchor="ctr" anchorCtr="0">
                <a:noAutofit/>
              </a:bodyPr>
              <a:lstStyle/>
              <a:p>
                <a:pPr marL="0" marR="0" lvl="0" indent="0" algn="l" rtl="0">
                  <a:spcBef>
                    <a:spcPts val="0"/>
                  </a:spcBef>
                  <a:spcAft>
                    <a:spcPts val="0"/>
                  </a:spcAft>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Identification of Discrepancies</a:t>
                </a:r>
                <a:endPar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0" name="Google Shape;220;p6"/>
              <p:cNvSpPr/>
              <p:nvPr/>
            </p:nvSpPr>
            <p:spPr>
              <a:xfrm>
                <a:off x="700550" y="1526919"/>
                <a:ext cx="584200" cy="1000781"/>
              </a:xfrm>
              <a:prstGeom prst="rect">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02</a:t>
                </a:r>
                <a:endPar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221" name="Google Shape;221;p6"/>
            <p:cNvGrpSpPr/>
            <p:nvPr/>
          </p:nvGrpSpPr>
          <p:grpSpPr>
            <a:xfrm>
              <a:off x="685800" y="4250169"/>
              <a:ext cx="10996149" cy="1014040"/>
              <a:chOff x="700550" y="1526919"/>
              <a:chExt cx="10996149" cy="1014040"/>
            </a:xfrm>
          </p:grpSpPr>
          <p:sp>
            <p:nvSpPr>
              <p:cNvPr id="222" name="Google Shape;222;p6"/>
              <p:cNvSpPr/>
              <p:nvPr/>
            </p:nvSpPr>
            <p:spPr>
              <a:xfrm>
                <a:off x="1140825" y="1526919"/>
                <a:ext cx="289256" cy="147100"/>
              </a:xfrm>
              <a:prstGeom prst="triangle">
                <a:avLst>
                  <a:gd name="adj" fmla="val 50000"/>
                </a:avLst>
              </a:prstGeom>
              <a:solidFill>
                <a:srgbClr val="1463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3" name="Google Shape;223;p6"/>
              <p:cNvSpPr/>
              <p:nvPr/>
            </p:nvSpPr>
            <p:spPr>
              <a:xfrm rot="10800000" flipH="1">
                <a:off x="1140825" y="2380600"/>
                <a:ext cx="289256" cy="147100"/>
              </a:xfrm>
              <a:prstGeom prst="triangle">
                <a:avLst>
                  <a:gd name="adj" fmla="val 50000"/>
                </a:avLst>
              </a:prstGeom>
              <a:solidFill>
                <a:srgbClr val="1463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4" name="Google Shape;224;p6"/>
              <p:cNvSpPr/>
              <p:nvPr/>
            </p:nvSpPr>
            <p:spPr>
              <a:xfrm>
                <a:off x="3330420" y="1646406"/>
                <a:ext cx="8366279" cy="894553"/>
              </a:xfrm>
              <a:prstGeom prst="rect">
                <a:avLst/>
              </a:prstGeom>
              <a:gradFill>
                <a:gsLst>
                  <a:gs pos="0">
                    <a:srgbClr val="FFFFFF"/>
                  </a:gs>
                  <a:gs pos="67000">
                    <a:srgbClr val="FFFFFF"/>
                  </a:gs>
                  <a:gs pos="100000">
                    <a:srgbClr val="FFFFFF"/>
                  </a:gs>
                </a:gsLst>
                <a:lin ang="16200000" scaled="0"/>
              </a:gra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365750" tIns="0" rIns="0" bIns="0" anchor="ctr" anchorCtr="0">
                <a:noAutofit/>
              </a:bodyPr>
              <a:lstStyle/>
              <a:p>
                <a:pPr marL="0" marR="0" lvl="0" indent="0" algn="l" rtl="0">
                  <a:spcBef>
                    <a:spcPts val="0"/>
                  </a:spcBef>
                  <a:spcAft>
                    <a:spcPts val="0"/>
                  </a:spcAft>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Once discrepancies are identified, the reconciliation process typically involves investigating the root causes of the differences and taking corrective actions to resolve them. This may involve making adjustments, corrections, or further investigations to rectify the issues.</a:t>
                </a:r>
                <a:endPar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25" name="Google Shape;225;p6"/>
              <p:cNvSpPr/>
              <p:nvPr/>
            </p:nvSpPr>
            <p:spPr>
              <a:xfrm rot="5400000" flipH="1">
                <a:off x="2940295" y="1975159"/>
                <a:ext cx="955694" cy="175903"/>
              </a:xfrm>
              <a:prstGeom prst="parallelogram">
                <a:avLst>
                  <a:gd name="adj" fmla="val 39535"/>
                </a:avLst>
              </a:prstGeom>
              <a:solidFill>
                <a:srgbClr val="A5A5A5"/>
              </a:soli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4D4E5C"/>
                  </a:solidFill>
                  <a:latin typeface="Arial" panose="020B0604020202020204"/>
                  <a:ea typeface="Arial" panose="020B0604020202020204"/>
                  <a:cs typeface="Arial" panose="020B0604020202020204"/>
                  <a:sym typeface="Arial" panose="020B0604020202020204"/>
                </a:endParaRPr>
              </a:p>
            </p:txBody>
          </p:sp>
          <p:sp>
            <p:nvSpPr>
              <p:cNvPr id="226" name="Google Shape;226;p6"/>
              <p:cNvSpPr/>
              <p:nvPr/>
            </p:nvSpPr>
            <p:spPr>
              <a:xfrm>
                <a:off x="1113427" y="1582882"/>
                <a:ext cx="2391262" cy="888854"/>
              </a:xfrm>
              <a:prstGeom prst="rect">
                <a:avLst/>
              </a:prstGeom>
              <a:solidFill>
                <a:schemeClr val="accent4"/>
              </a:soli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274300" tIns="45700" rIns="91425" bIns="45700" anchor="ctr" anchorCtr="0">
                <a:noAutofit/>
              </a:bodyPr>
              <a:lstStyle/>
              <a:p>
                <a:pPr marL="0" marR="0" lvl="0" indent="0" algn="l" rtl="0">
                  <a:spcBef>
                    <a:spcPts val="0"/>
                  </a:spcBef>
                  <a:spcAft>
                    <a:spcPts val="0"/>
                  </a:spcAft>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Resolution of Differences</a:t>
                </a:r>
                <a:endPar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7" name="Google Shape;227;p6"/>
              <p:cNvSpPr/>
              <p:nvPr/>
            </p:nvSpPr>
            <p:spPr>
              <a:xfrm>
                <a:off x="700550" y="1526919"/>
                <a:ext cx="584200" cy="1000781"/>
              </a:xfrm>
              <a:prstGeom prst="rect">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03</a:t>
                </a:r>
                <a:endPar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grpSp>
          <p:nvGrpSpPr>
            <p:cNvPr id="228" name="Google Shape;228;p6"/>
            <p:cNvGrpSpPr/>
            <p:nvPr/>
          </p:nvGrpSpPr>
          <p:grpSpPr>
            <a:xfrm>
              <a:off x="685800" y="5386760"/>
              <a:ext cx="10996149" cy="1014040"/>
              <a:chOff x="700550" y="1526919"/>
              <a:chExt cx="10996149" cy="1014040"/>
            </a:xfrm>
          </p:grpSpPr>
          <p:sp>
            <p:nvSpPr>
              <p:cNvPr id="229" name="Google Shape;229;p6"/>
              <p:cNvSpPr/>
              <p:nvPr/>
            </p:nvSpPr>
            <p:spPr>
              <a:xfrm>
                <a:off x="1140825" y="1526919"/>
                <a:ext cx="289256" cy="147100"/>
              </a:xfrm>
              <a:prstGeom prst="triangle">
                <a:avLst>
                  <a:gd name="adj" fmla="val 50000"/>
                </a:avLst>
              </a:prstGeom>
              <a:solidFill>
                <a:srgbClr val="1463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30" name="Google Shape;230;p6"/>
              <p:cNvSpPr/>
              <p:nvPr/>
            </p:nvSpPr>
            <p:spPr>
              <a:xfrm rot="10800000" flipH="1">
                <a:off x="1140825" y="2380600"/>
                <a:ext cx="289256" cy="147100"/>
              </a:xfrm>
              <a:prstGeom prst="triangle">
                <a:avLst>
                  <a:gd name="adj" fmla="val 50000"/>
                </a:avLst>
              </a:prstGeom>
              <a:solidFill>
                <a:srgbClr val="1463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31" name="Google Shape;231;p6"/>
              <p:cNvSpPr/>
              <p:nvPr/>
            </p:nvSpPr>
            <p:spPr>
              <a:xfrm>
                <a:off x="3330420" y="1646406"/>
                <a:ext cx="8366279" cy="894553"/>
              </a:xfrm>
              <a:prstGeom prst="rect">
                <a:avLst/>
              </a:prstGeom>
              <a:gradFill>
                <a:gsLst>
                  <a:gs pos="0">
                    <a:srgbClr val="FFFFFF"/>
                  </a:gs>
                  <a:gs pos="67000">
                    <a:srgbClr val="FFFFFF"/>
                  </a:gs>
                  <a:gs pos="100000">
                    <a:srgbClr val="FFFFFF"/>
                  </a:gs>
                </a:gsLst>
                <a:lin ang="16200000" scaled="0"/>
              </a:gra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365750" tIns="0" rIns="0" bIns="0" anchor="ctr" anchorCtr="0">
                <a:noAutofit/>
              </a:bodyPr>
              <a:lstStyle/>
              <a:p>
                <a:pPr marL="0" marR="0" lvl="0" indent="0" algn="l" rtl="0">
                  <a:spcBef>
                    <a:spcPts val="0"/>
                  </a:spcBef>
                  <a:spcAft>
                    <a:spcPts val="0"/>
                  </a:spcAft>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Reconciliation enhances transparency by providing a clear and documented record of the steps taken to ensure data accuracy. This is important for audit and compliance purposes.</a:t>
                </a:r>
                <a:endPar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32" name="Google Shape;232;p6"/>
              <p:cNvSpPr/>
              <p:nvPr/>
            </p:nvSpPr>
            <p:spPr>
              <a:xfrm rot="5400000" flipH="1">
                <a:off x="2940295" y="1975159"/>
                <a:ext cx="955694" cy="175903"/>
              </a:xfrm>
              <a:prstGeom prst="parallelogram">
                <a:avLst>
                  <a:gd name="adj" fmla="val 39535"/>
                </a:avLst>
              </a:prstGeom>
              <a:solidFill>
                <a:srgbClr val="A5A5A5"/>
              </a:soli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4D4E5C"/>
                  </a:solidFill>
                  <a:latin typeface="Arial" panose="020B0604020202020204"/>
                  <a:ea typeface="Arial" panose="020B0604020202020204"/>
                  <a:cs typeface="Arial" panose="020B0604020202020204"/>
                  <a:sym typeface="Arial" panose="020B0604020202020204"/>
                </a:endParaRPr>
              </a:p>
            </p:txBody>
          </p:sp>
          <p:sp>
            <p:nvSpPr>
              <p:cNvPr id="233" name="Google Shape;233;p6"/>
              <p:cNvSpPr/>
              <p:nvPr/>
            </p:nvSpPr>
            <p:spPr>
              <a:xfrm>
                <a:off x="1113427" y="1582882"/>
                <a:ext cx="2391262" cy="888854"/>
              </a:xfrm>
              <a:prstGeom prst="rect">
                <a:avLst/>
              </a:prstGeom>
              <a:solidFill>
                <a:schemeClr val="accent5"/>
              </a:soli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274300" tIns="45700" rIns="91425" bIns="45700" anchor="ctr" anchorCtr="0">
                <a:noAutofit/>
              </a:bodyPr>
              <a:lstStyle/>
              <a:p>
                <a:pPr marL="0" marR="0" lvl="0" indent="0" algn="l" rtl="0">
                  <a:spcBef>
                    <a:spcPts val="0"/>
                  </a:spcBef>
                  <a:spcAft>
                    <a:spcPts val="0"/>
                  </a:spcAft>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Enhanced Transparency</a:t>
                </a:r>
                <a:endPar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34" name="Google Shape;234;p6"/>
              <p:cNvSpPr/>
              <p:nvPr/>
            </p:nvSpPr>
            <p:spPr>
              <a:xfrm>
                <a:off x="700550" y="1526919"/>
                <a:ext cx="584200" cy="1000781"/>
              </a:xfrm>
              <a:prstGeom prst="rect">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04</a:t>
                </a:r>
                <a:endPar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grpSp>
      <p:sp>
        <p:nvSpPr>
          <p:cNvPr id="235" name="Google Shape;235;p6"/>
          <p:cNvSpPr/>
          <p:nvPr/>
        </p:nvSpPr>
        <p:spPr>
          <a:xfrm>
            <a:off x="0" y="1143000"/>
            <a:ext cx="11681949" cy="468113"/>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rPr>
              <a:t>Here are some key aspects and purposes of reconciliation:</a:t>
            </a:r>
            <a:endParaRPr lang="en-US"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39" name="Shape 239"/>
        <p:cNvGrpSpPr/>
        <p:nvPr/>
      </p:nvGrpSpPr>
      <p:grpSpPr>
        <a:xfrm>
          <a:off x="0" y="0"/>
          <a:ext cx="0" cy="0"/>
          <a:chOff x="0" y="0"/>
          <a:chExt cx="0" cy="0"/>
        </a:xfrm>
      </p:grpSpPr>
      <p:sp>
        <p:nvSpPr>
          <p:cNvPr id="240" name="Google Shape;240;p7"/>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241" name="Google Shape;241;p7"/>
          <p:cNvSpPr txBox="1"/>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cap="none"/>
              <a:t>PURPOSE OF RECONCILIATION</a:t>
            </a:r>
            <a:endParaRPr lang="en-US" cap="none"/>
          </a:p>
        </p:txBody>
      </p:sp>
      <p:sp>
        <p:nvSpPr>
          <p:cNvPr id="242" name="Google Shape;242;p7"/>
          <p:cNvSpPr/>
          <p:nvPr/>
        </p:nvSpPr>
        <p:spPr>
          <a:xfrm>
            <a:off x="1126075" y="1143000"/>
            <a:ext cx="289256" cy="209589"/>
          </a:xfrm>
          <a:prstGeom prst="triangle">
            <a:avLst>
              <a:gd name="adj" fmla="val 50000"/>
            </a:avLst>
          </a:prstGeom>
          <a:solidFill>
            <a:srgbClr val="1463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3" name="Google Shape;243;p7"/>
          <p:cNvSpPr/>
          <p:nvPr/>
        </p:nvSpPr>
        <p:spPr>
          <a:xfrm rot="10800000" flipH="1">
            <a:off x="1126075" y="2359328"/>
            <a:ext cx="289256" cy="209589"/>
          </a:xfrm>
          <a:prstGeom prst="triangle">
            <a:avLst>
              <a:gd name="adj" fmla="val 50000"/>
            </a:avLst>
          </a:prstGeom>
          <a:solidFill>
            <a:srgbClr val="1463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4" name="Google Shape;244;p7"/>
          <p:cNvSpPr/>
          <p:nvPr/>
        </p:nvSpPr>
        <p:spPr>
          <a:xfrm>
            <a:off x="3315670" y="1313246"/>
            <a:ext cx="8366279" cy="1274562"/>
          </a:xfrm>
          <a:prstGeom prst="rect">
            <a:avLst/>
          </a:prstGeom>
          <a:gradFill>
            <a:gsLst>
              <a:gs pos="0">
                <a:srgbClr val="FFFFFF"/>
              </a:gs>
              <a:gs pos="67000">
                <a:srgbClr val="FFFFFF"/>
              </a:gs>
              <a:gs pos="100000">
                <a:srgbClr val="FFFFFF"/>
              </a:gs>
            </a:gsLst>
            <a:lin ang="16200000" scaled="0"/>
          </a:gra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365750" tIns="0" rIns="0" bIns="0" anchor="ctr" anchorCtr="0">
            <a:noAutofit/>
          </a:bodyPr>
          <a:lstStyle/>
          <a:p>
            <a:pPr marL="0" marR="0" lvl="0" indent="0" algn="l" rtl="0">
              <a:spcBef>
                <a:spcPts val="0"/>
              </a:spcBef>
              <a:spcAft>
                <a:spcPts val="0"/>
              </a:spcAft>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Reconciliation is an essential part of risk management. It helps mitigate operational and financial risks by identifying and rectifying errors and discrepancies before they can have a significant impact.</a:t>
            </a:r>
            <a:endPar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45" name="Google Shape;245;p7"/>
          <p:cNvSpPr/>
          <p:nvPr/>
        </p:nvSpPr>
        <p:spPr>
          <a:xfrm rot="5400000" flipH="1">
            <a:off x="2722554" y="1819016"/>
            <a:ext cx="1361676" cy="175903"/>
          </a:xfrm>
          <a:prstGeom prst="parallelogram">
            <a:avLst>
              <a:gd name="adj" fmla="val 39535"/>
            </a:avLst>
          </a:prstGeom>
          <a:solidFill>
            <a:srgbClr val="A5A5A5"/>
          </a:soli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4D4E5C"/>
              </a:solidFill>
              <a:latin typeface="Arial" panose="020B0604020202020204"/>
              <a:ea typeface="Arial" panose="020B0604020202020204"/>
              <a:cs typeface="Arial" panose="020B0604020202020204"/>
              <a:sym typeface="Arial" panose="020B0604020202020204"/>
            </a:endParaRPr>
          </a:p>
        </p:txBody>
      </p:sp>
      <p:sp>
        <p:nvSpPr>
          <p:cNvPr id="246" name="Google Shape;246;p7"/>
          <p:cNvSpPr/>
          <p:nvPr/>
        </p:nvSpPr>
        <p:spPr>
          <a:xfrm>
            <a:off x="1098677" y="1222736"/>
            <a:ext cx="2391262" cy="1266443"/>
          </a:xfrm>
          <a:prstGeom prst="rect">
            <a:avLst/>
          </a:prstGeom>
          <a:solidFill>
            <a:schemeClr val="accent4"/>
          </a:soli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274300" tIns="45700" rIns="91425" bIns="45700" anchor="ctr" anchorCtr="0">
            <a:noAutofit/>
          </a:bodyPr>
          <a:lstStyle/>
          <a:p>
            <a:pPr marL="0" marR="0" lvl="0" indent="0" algn="l" rtl="0">
              <a:spcBef>
                <a:spcPts val="0"/>
              </a:spcBef>
              <a:spcAft>
                <a:spcPts val="0"/>
              </a:spcAft>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Risk Management</a:t>
            </a:r>
            <a:endPar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7" name="Google Shape;247;p7"/>
          <p:cNvSpPr/>
          <p:nvPr/>
        </p:nvSpPr>
        <p:spPr>
          <a:xfrm>
            <a:off x="685800" y="1143000"/>
            <a:ext cx="584200" cy="1425917"/>
          </a:xfrm>
          <a:prstGeom prst="rect">
            <a:avLst/>
          </a:prstGeom>
          <a:solidFill>
            <a:srgbClr val="1F949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05</a:t>
            </a:r>
            <a:endPar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8" name="Google Shape;248;p7"/>
          <p:cNvSpPr/>
          <p:nvPr/>
        </p:nvSpPr>
        <p:spPr>
          <a:xfrm>
            <a:off x="1126075" y="2762417"/>
            <a:ext cx="289256" cy="209589"/>
          </a:xfrm>
          <a:prstGeom prst="triangle">
            <a:avLst>
              <a:gd name="adj" fmla="val 50000"/>
            </a:avLst>
          </a:prstGeom>
          <a:solidFill>
            <a:srgbClr val="1463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9" name="Google Shape;249;p7"/>
          <p:cNvSpPr/>
          <p:nvPr/>
        </p:nvSpPr>
        <p:spPr>
          <a:xfrm rot="10800000" flipH="1">
            <a:off x="1126075" y="3978745"/>
            <a:ext cx="289256" cy="209589"/>
          </a:xfrm>
          <a:prstGeom prst="triangle">
            <a:avLst>
              <a:gd name="adj" fmla="val 50000"/>
            </a:avLst>
          </a:prstGeom>
          <a:solidFill>
            <a:srgbClr val="14636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50" name="Google Shape;250;p7"/>
          <p:cNvSpPr/>
          <p:nvPr/>
        </p:nvSpPr>
        <p:spPr>
          <a:xfrm>
            <a:off x="3315670" y="2932663"/>
            <a:ext cx="8366279" cy="1274562"/>
          </a:xfrm>
          <a:prstGeom prst="rect">
            <a:avLst/>
          </a:prstGeom>
          <a:gradFill>
            <a:gsLst>
              <a:gs pos="0">
                <a:srgbClr val="FFFFFF"/>
              </a:gs>
              <a:gs pos="67000">
                <a:srgbClr val="FFFFFF"/>
              </a:gs>
              <a:gs pos="100000">
                <a:srgbClr val="FFFFFF"/>
              </a:gs>
            </a:gsLst>
            <a:lin ang="16200000" scaled="0"/>
          </a:gra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365750" tIns="0" rIns="0" bIns="0" anchor="ctr" anchorCtr="0">
            <a:noAutofit/>
          </a:bodyPr>
          <a:lstStyle/>
          <a:p>
            <a:pPr marL="0" marR="0" lvl="0" indent="0" algn="l" rtl="0">
              <a:spcBef>
                <a:spcPts val="0"/>
              </a:spcBef>
              <a:spcAft>
                <a:spcPts val="0"/>
              </a:spcAft>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In accounting, reconciliation is crucial for producing accurate financial statements. It involves comparing the general ledger with subsidiary ledgers, bank statements, and other financial records to ensure that the figures match. </a:t>
            </a:r>
            <a:endPar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51" name="Google Shape;251;p7"/>
          <p:cNvSpPr/>
          <p:nvPr/>
        </p:nvSpPr>
        <p:spPr>
          <a:xfrm rot="5400000" flipH="1">
            <a:off x="2722554" y="3438433"/>
            <a:ext cx="1361676" cy="175903"/>
          </a:xfrm>
          <a:prstGeom prst="parallelogram">
            <a:avLst>
              <a:gd name="adj" fmla="val 39535"/>
            </a:avLst>
          </a:prstGeom>
          <a:solidFill>
            <a:srgbClr val="A5A5A5"/>
          </a:soli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panose="020B0604020202020204"/>
              <a:buNone/>
            </a:pPr>
            <a:endParaRPr sz="1800" b="0" i="0" u="none" strike="noStrike" cap="none">
              <a:solidFill>
                <a:srgbClr val="4D4E5C"/>
              </a:solidFill>
              <a:latin typeface="Arial" panose="020B0604020202020204"/>
              <a:ea typeface="Arial" panose="020B0604020202020204"/>
              <a:cs typeface="Arial" panose="020B0604020202020204"/>
              <a:sym typeface="Arial" panose="020B0604020202020204"/>
            </a:endParaRPr>
          </a:p>
        </p:txBody>
      </p:sp>
      <p:sp>
        <p:nvSpPr>
          <p:cNvPr id="252" name="Google Shape;252;p7"/>
          <p:cNvSpPr/>
          <p:nvPr/>
        </p:nvSpPr>
        <p:spPr>
          <a:xfrm>
            <a:off x="1098677" y="2842153"/>
            <a:ext cx="2391262" cy="1266443"/>
          </a:xfrm>
          <a:prstGeom prst="rect">
            <a:avLst/>
          </a:prstGeom>
          <a:solidFill>
            <a:schemeClr val="accent5"/>
          </a:soli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274300" tIns="45700" rIns="91425" bIns="45700" anchor="ctr" anchorCtr="0">
            <a:noAutofit/>
          </a:bodyPr>
          <a:lstStyle/>
          <a:p>
            <a:pPr marL="0" marR="0" lvl="0" indent="0" algn="l" rtl="0">
              <a:spcBef>
                <a:spcPts val="0"/>
              </a:spcBef>
              <a:spcAft>
                <a:spcPts val="0"/>
              </a:spcAft>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Financial Reporting</a:t>
            </a:r>
            <a:endPar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53" name="Google Shape;253;p7"/>
          <p:cNvSpPr/>
          <p:nvPr/>
        </p:nvSpPr>
        <p:spPr>
          <a:xfrm>
            <a:off x="685800" y="2762417"/>
            <a:ext cx="584200" cy="1425917"/>
          </a:xfrm>
          <a:prstGeom prst="rect">
            <a:avLst/>
          </a:prstGeom>
          <a:solidFill>
            <a:srgbClr val="1E4E7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rPr>
              <a:t>06</a:t>
            </a:r>
            <a:endParaRPr lang="en-US" sz="16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54" name="Google Shape;254;p7"/>
          <p:cNvSpPr/>
          <p:nvPr/>
        </p:nvSpPr>
        <p:spPr>
          <a:xfrm>
            <a:off x="700550" y="4552080"/>
            <a:ext cx="10981399" cy="1274562"/>
          </a:xfrm>
          <a:prstGeom prst="rect">
            <a:avLst/>
          </a:prstGeom>
          <a:gradFill>
            <a:gsLst>
              <a:gs pos="0">
                <a:srgbClr val="FFFFFF"/>
              </a:gs>
              <a:gs pos="67000">
                <a:srgbClr val="FFFFFF"/>
              </a:gs>
              <a:gs pos="100000">
                <a:srgbClr val="FFFFFF"/>
              </a:gs>
            </a:gsLst>
            <a:lin ang="16200000" scaled="0"/>
          </a:gradFill>
          <a:ln w="9525" cap="flat" cmpd="sng">
            <a:solidFill>
              <a:srgbClr val="FFFFFF"/>
            </a:solidFill>
            <a:prstDash val="solid"/>
            <a:round/>
            <a:headEnd type="none" w="sm" len="sm"/>
            <a:tailEnd type="none" w="sm" len="sm"/>
          </a:ln>
          <a:effectLst>
            <a:outerShdw blurRad="228600" dist="38100" sx="97000" sy="97000" algn="ctr" rotWithShape="0">
              <a:srgbClr val="000000">
                <a:alpha val="21960"/>
              </a:srgbClr>
            </a:outerShdw>
          </a:effectLst>
        </p:spPr>
        <p:txBody>
          <a:bodyPr spcFirstLastPara="1" wrap="square" lIns="365750" tIns="0" rIns="0" bIns="0" anchor="ctr" anchorCtr="0">
            <a:noAutofit/>
          </a:bodyPr>
          <a:lstStyle/>
          <a:p>
            <a:pPr marL="0" marR="0" lvl="0" indent="0" algn="l" rtl="0">
              <a:spcBef>
                <a:spcPts val="0"/>
              </a:spcBef>
              <a:spcAft>
                <a:spcPts val="0"/>
              </a:spcAft>
              <a:buNone/>
            </a:pPr>
            <a:r>
              <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rPr>
              <a:t>Overall, reconciliation is a systematic and methodical process that contributes to the accuracy, transparency, and integrity of financial and operational data. It is essential in various business contexts to maintain trust, meet regulatory requirements, and ensure the proper functioning of financial and operational systems.</a:t>
            </a:r>
            <a:endParaRPr lang="en-US"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8"/>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55" name="Google Shape;355;p8"/>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EXAMPLE OF WHY RECON?</a:t>
            </a:r>
            <a:endParaRPr lang="en-US"/>
          </a:p>
        </p:txBody>
      </p:sp>
      <p:grpSp>
        <p:nvGrpSpPr>
          <p:cNvPr id="356" name="Google Shape;356;p8"/>
          <p:cNvGrpSpPr/>
          <p:nvPr/>
        </p:nvGrpSpPr>
        <p:grpSpPr>
          <a:xfrm>
            <a:off x="685800" y="1214968"/>
            <a:ext cx="11010900" cy="4834467"/>
            <a:chOff x="685800" y="1251471"/>
            <a:chExt cx="11010900" cy="5046779"/>
          </a:xfrm>
        </p:grpSpPr>
        <p:sp>
          <p:nvSpPr>
            <p:cNvPr id="357" name="Google Shape;357;p8"/>
            <p:cNvSpPr/>
            <p:nvPr/>
          </p:nvSpPr>
          <p:spPr>
            <a:xfrm rot="10800000" flipH="1">
              <a:off x="685800" y="3326450"/>
              <a:ext cx="11010900" cy="2971800"/>
            </a:xfrm>
            <a:prstGeom prst="round2SameRect">
              <a:avLst>
                <a:gd name="adj1" fmla="val 16667"/>
                <a:gd name="adj2" fmla="val 0"/>
              </a:avLst>
            </a:prstGeom>
            <a:solidFill>
              <a:schemeClr val="accent5"/>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58" name="Google Shape;358;p8"/>
            <p:cNvSpPr/>
            <p:nvPr/>
          </p:nvSpPr>
          <p:spPr>
            <a:xfrm>
              <a:off x="790308" y="1251471"/>
              <a:ext cx="10801884" cy="4926649"/>
            </a:xfrm>
            <a:prstGeom prst="roundRect">
              <a:avLst>
                <a:gd name="adj" fmla="val 9036"/>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t" anchorCtr="0">
              <a:noAutofit/>
            </a:bodyPr>
            <a:lstStyle/>
            <a:p>
              <a:pPr marL="228600" marR="0" lvl="0" indent="-228600" algn="l" rtl="0">
                <a:lnSpc>
                  <a:spcPct val="100000"/>
                </a:lnSpc>
                <a:spcBef>
                  <a:spcPts val="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As an example of a potential problem, your records show that you have USD 1,000.00 in your bank account. You receive a bank statement showing a credit balance of USD 1,000.00. You then make a payment of USD 900.00 on the assumption that you have sufficient funds in your account.</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28600" marR="0" lvl="0" indent="-228600" algn="l" rtl="0">
                <a:lnSpc>
                  <a:spcPct val="10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Thinking that you have a credit balance of USD 1,000.00, you are surprised when you receive a subsequent statement stating that you are several hundred US dollars overdrawn. In addition to being overdrawn, you will be liable for overdraft interest. Why are you overdrawn? What has gone wrong on your bank account?</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28600" marR="0" lvl="0" indent="-228600" algn="l" rtl="0">
                <a:lnSpc>
                  <a:spcPct val="10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This is where a reconciliation would have been helpful. A thorough investigation would have shown, for example, that you had recently issued a cheque for USD 350.00 but failed to book it into your records. Had you done so, your records would have shown a balance of USD 650.00 (not USD 1,000.00), and it would have been clear that making the payment of USD 900.00 would have taken your account into debit (i.e. overdrawn).</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28600" marR="0" lvl="0" indent="-228600" algn="l" rtl="0">
                <a:lnSpc>
                  <a:spcPct val="100000"/>
                </a:lnSpc>
                <a:spcBef>
                  <a:spcPts val="1200"/>
                </a:spcBef>
                <a:spcAft>
                  <a:spcPts val="0"/>
                </a:spcAft>
                <a:buClr>
                  <a:srgbClr val="000000"/>
                </a:buClr>
                <a:buSzPts val="18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fact that the cheque had not cleared only made the situation worse, as you looked at the bank balance before deciding to pay the USD 900.00.</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9"/>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64" name="Google Shape;364;p9"/>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IMPORTANCE OF RECON </a:t>
            </a:r>
            <a:endParaRPr lang="en-US"/>
          </a:p>
        </p:txBody>
      </p:sp>
      <p:grpSp>
        <p:nvGrpSpPr>
          <p:cNvPr id="365" name="Google Shape;365;p9"/>
          <p:cNvGrpSpPr/>
          <p:nvPr/>
        </p:nvGrpSpPr>
        <p:grpSpPr>
          <a:xfrm>
            <a:off x="700550" y="1148723"/>
            <a:ext cx="10996150" cy="4934811"/>
            <a:chOff x="786399" y="1388773"/>
            <a:chExt cx="10911975" cy="4840577"/>
          </a:xfrm>
        </p:grpSpPr>
        <p:grpSp>
          <p:nvGrpSpPr>
            <p:cNvPr id="366" name="Google Shape;366;p9"/>
            <p:cNvGrpSpPr/>
            <p:nvPr/>
          </p:nvGrpSpPr>
          <p:grpSpPr>
            <a:xfrm>
              <a:off x="786399" y="1601771"/>
              <a:ext cx="10911975" cy="4627579"/>
              <a:chOff x="786399" y="1601771"/>
              <a:chExt cx="10911975" cy="4525633"/>
            </a:xfrm>
          </p:grpSpPr>
          <p:sp>
            <p:nvSpPr>
              <p:cNvPr id="367" name="Google Shape;367;p9"/>
              <p:cNvSpPr/>
              <p:nvPr/>
            </p:nvSpPr>
            <p:spPr>
              <a:xfrm>
                <a:off x="1038289" y="1601771"/>
                <a:ext cx="10408196" cy="4525633"/>
              </a:xfrm>
              <a:prstGeom prst="rect">
                <a:avLst/>
              </a:prstGeom>
              <a:solidFill>
                <a:schemeClr val="lt1"/>
              </a:solidFill>
              <a:ln w="44450"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8" name="Google Shape;368;p9"/>
              <p:cNvSpPr/>
              <p:nvPr/>
            </p:nvSpPr>
            <p:spPr>
              <a:xfrm>
                <a:off x="786399" y="1707398"/>
                <a:ext cx="10911975" cy="4417189"/>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69" name="Google Shape;369;p9"/>
            <p:cNvSpPr/>
            <p:nvPr/>
          </p:nvSpPr>
          <p:spPr>
            <a:xfrm>
              <a:off x="1194641" y="1388773"/>
              <a:ext cx="2193448" cy="222151"/>
            </a:xfrm>
            <a:prstGeom prst="roundRect">
              <a:avLst>
                <a:gd name="adj" fmla="val 16667"/>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1" i="0" u="none" strike="noStrike" cap="none">
                <a:solidFill>
                  <a:srgbClr val="FFFFFF"/>
                </a:solidFill>
                <a:latin typeface="Arial Black" panose="020B0A04020102020204"/>
                <a:ea typeface="Arial Black" panose="020B0A04020102020204"/>
                <a:cs typeface="Arial Black" panose="020B0A04020102020204"/>
                <a:sym typeface="Arial Black" panose="020B0A04020102020204"/>
              </a:endParaRPr>
            </a:p>
          </p:txBody>
        </p:sp>
        <p:sp>
          <p:nvSpPr>
            <p:cNvPr id="370" name="Google Shape;370;p9"/>
            <p:cNvSpPr txBox="1"/>
            <p:nvPr/>
          </p:nvSpPr>
          <p:spPr>
            <a:xfrm>
              <a:off x="1038289" y="1913225"/>
              <a:ext cx="10480196" cy="41071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It serves several critical purposes that contribute to the accuracy, transparency, and efficiency of an organization's activities. Here are some key reasons why reconciliation is important:</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300"/>
                </a:spcBef>
                <a:spcAft>
                  <a:spcPts val="0"/>
                </a:spcAft>
                <a:buClr>
                  <a:srgbClr val="000000"/>
                </a:buClr>
                <a:buSzPts val="17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Accuracy and Data Integrity: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Reconciliation helps ensure that financial and operational data is accurate and reliable. By comparing and verifying records, discrepancies, errors, and omissions can be identified and corrected, preventing inaccuracies in financial statements and reports.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300"/>
                </a:spcBef>
                <a:spcAft>
                  <a:spcPts val="0"/>
                </a:spcAft>
                <a:buClr>
                  <a:srgbClr val="000000"/>
                </a:buClr>
                <a:buSzPts val="17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Risk Mitigation: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Reconciliation is a key component of risk management. It helps identify and address errors and discrepancies before they can lead to financial losses, compliance issues, or other operational risks.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300"/>
                </a:spcBef>
                <a:spcAft>
                  <a:spcPts val="0"/>
                </a:spcAft>
                <a:buClr>
                  <a:srgbClr val="000000"/>
                </a:buClr>
                <a:buSzPts val="17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Compliance: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In many industries, organizations are subject to regulatory and compliance requirements that mandate reconciliation processes. Compliance with these regulations is essential to avoid legal penalties and maintain the trust of stakeholders.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300"/>
                </a:spcBef>
                <a:spcAft>
                  <a:spcPts val="0"/>
                </a:spcAft>
                <a:buClr>
                  <a:srgbClr val="000000"/>
                </a:buClr>
                <a:buSzPts val="17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Transparency: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Reconciliation enhances transparency by providing a documented trail of actions taken to ensure data accuracy. This transparency is essential for audits, regulatory reporting, and building trust with stakeholders.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10"/>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76" name="Google Shape;376;p10"/>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IMPORTANCE OF RECON </a:t>
            </a:r>
            <a:endParaRPr lang="en-US"/>
          </a:p>
        </p:txBody>
      </p:sp>
      <p:grpSp>
        <p:nvGrpSpPr>
          <p:cNvPr id="377" name="Google Shape;377;p10"/>
          <p:cNvGrpSpPr/>
          <p:nvPr/>
        </p:nvGrpSpPr>
        <p:grpSpPr>
          <a:xfrm>
            <a:off x="700550" y="1148723"/>
            <a:ext cx="10996150" cy="4934811"/>
            <a:chOff x="786399" y="1388773"/>
            <a:chExt cx="10911975" cy="4840577"/>
          </a:xfrm>
        </p:grpSpPr>
        <p:grpSp>
          <p:nvGrpSpPr>
            <p:cNvPr id="378" name="Google Shape;378;p10"/>
            <p:cNvGrpSpPr/>
            <p:nvPr/>
          </p:nvGrpSpPr>
          <p:grpSpPr>
            <a:xfrm>
              <a:off x="786399" y="1601771"/>
              <a:ext cx="10911975" cy="4627579"/>
              <a:chOff x="786399" y="1601771"/>
              <a:chExt cx="10911975" cy="4525633"/>
            </a:xfrm>
          </p:grpSpPr>
          <p:sp>
            <p:nvSpPr>
              <p:cNvPr id="379" name="Google Shape;379;p10"/>
              <p:cNvSpPr/>
              <p:nvPr/>
            </p:nvSpPr>
            <p:spPr>
              <a:xfrm>
                <a:off x="1038289" y="1601771"/>
                <a:ext cx="10408196" cy="4525633"/>
              </a:xfrm>
              <a:prstGeom prst="rect">
                <a:avLst/>
              </a:prstGeom>
              <a:solidFill>
                <a:schemeClr val="lt1"/>
              </a:solidFill>
              <a:ln w="44450"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0" name="Google Shape;380;p10"/>
              <p:cNvSpPr/>
              <p:nvPr/>
            </p:nvSpPr>
            <p:spPr>
              <a:xfrm>
                <a:off x="786399" y="1707398"/>
                <a:ext cx="10911975" cy="4417189"/>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81" name="Google Shape;381;p10"/>
            <p:cNvSpPr/>
            <p:nvPr/>
          </p:nvSpPr>
          <p:spPr>
            <a:xfrm>
              <a:off x="1194641" y="1388773"/>
              <a:ext cx="2193448" cy="222151"/>
            </a:xfrm>
            <a:prstGeom prst="roundRect">
              <a:avLst>
                <a:gd name="adj" fmla="val 16667"/>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1" i="0" u="none" strike="noStrike" cap="none">
                <a:solidFill>
                  <a:srgbClr val="FFFFFF"/>
                </a:solidFill>
                <a:latin typeface="Arial Black" panose="020B0A04020102020204"/>
                <a:ea typeface="Arial Black" panose="020B0A04020102020204"/>
                <a:cs typeface="Arial Black" panose="020B0A04020102020204"/>
                <a:sym typeface="Arial Black" panose="020B0A04020102020204"/>
              </a:endParaRPr>
            </a:p>
          </p:txBody>
        </p:sp>
        <p:sp>
          <p:nvSpPr>
            <p:cNvPr id="382" name="Google Shape;382;p10"/>
            <p:cNvSpPr txBox="1"/>
            <p:nvPr/>
          </p:nvSpPr>
          <p:spPr>
            <a:xfrm>
              <a:off x="1038289" y="1913225"/>
              <a:ext cx="10480196" cy="4107108"/>
            </a:xfrm>
            <a:prstGeom prst="rect">
              <a:avLst/>
            </a:prstGeom>
            <a:noFill/>
            <a:ln>
              <a:noFill/>
            </a:ln>
          </p:spPr>
          <p:txBody>
            <a:bodyPr spcFirstLastPara="1" wrap="square" lIns="91425" tIns="45700" rIns="91425" bIns="45700" anchor="t" anchorCtr="0">
              <a:noAutofit/>
            </a:bodyPr>
            <a:lstStyle/>
            <a:p>
              <a:pPr marL="285750" marR="0" lvl="0" indent="-285750" algn="l" rtl="0">
                <a:spcBef>
                  <a:spcPts val="0"/>
                </a:spcBef>
                <a:spcAft>
                  <a:spcPts val="0"/>
                </a:spcAft>
                <a:buClr>
                  <a:srgbClr val="000000"/>
                </a:buClr>
                <a:buSzPts val="17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Operational Efficiency: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Accurate reconciliation processes lead to greater operational efficiency. They reduce the time and effort required to identify and rectify errors, resulting in a smoother and more efficient workflow.</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300"/>
                </a:spcBef>
                <a:spcAft>
                  <a:spcPts val="0"/>
                </a:spcAft>
                <a:buClr>
                  <a:srgbClr val="000000"/>
                </a:buClr>
                <a:buSzPts val="17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Financial Reporting: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In accounting, reconciliation is vital for producing accurate financial statements. It involves comparing general ledger accounts with subsidiary ledgers, bank statements, and other financial records to ensure that the figures match. Accurate financial reporting is essential for making informed business decisions and maintaining investor confidence.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300"/>
                </a:spcBef>
                <a:spcAft>
                  <a:spcPts val="0"/>
                </a:spcAft>
                <a:buClr>
                  <a:srgbClr val="000000"/>
                </a:buClr>
                <a:buSzPts val="1700"/>
                <a:buFont typeface="Arial" panose="020B0604020202020204"/>
                <a:buChar char="•"/>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Prevention of Fraud: </a:t>
              </a: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Reconciliation can help identify discrepancies that may be indicative of fraudulent activities. When discrepancies are spotted and investigated, it becomes more difficult for fraudulent transactions to go unnoticed.</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11"/>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88" name="Google Shape;388;p11"/>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IMPORTANCE OF RECON </a:t>
            </a:r>
            <a:endParaRPr lang="en-US"/>
          </a:p>
        </p:txBody>
      </p:sp>
      <p:grpSp>
        <p:nvGrpSpPr>
          <p:cNvPr id="389" name="Google Shape;389;p11"/>
          <p:cNvGrpSpPr/>
          <p:nvPr/>
        </p:nvGrpSpPr>
        <p:grpSpPr>
          <a:xfrm>
            <a:off x="700550" y="1148723"/>
            <a:ext cx="11090855" cy="4934811"/>
            <a:chOff x="786399" y="1388773"/>
            <a:chExt cx="11005955" cy="4840577"/>
          </a:xfrm>
        </p:grpSpPr>
        <p:grpSp>
          <p:nvGrpSpPr>
            <p:cNvPr id="390" name="Google Shape;390;p11"/>
            <p:cNvGrpSpPr/>
            <p:nvPr/>
          </p:nvGrpSpPr>
          <p:grpSpPr>
            <a:xfrm>
              <a:off x="786399" y="1601771"/>
              <a:ext cx="10911975" cy="4627579"/>
              <a:chOff x="786399" y="1601771"/>
              <a:chExt cx="10911975" cy="4525633"/>
            </a:xfrm>
          </p:grpSpPr>
          <p:sp>
            <p:nvSpPr>
              <p:cNvPr id="391" name="Google Shape;391;p11"/>
              <p:cNvSpPr/>
              <p:nvPr/>
            </p:nvSpPr>
            <p:spPr>
              <a:xfrm>
                <a:off x="1038289" y="1601771"/>
                <a:ext cx="10408196" cy="4525633"/>
              </a:xfrm>
              <a:prstGeom prst="rect">
                <a:avLst/>
              </a:prstGeom>
              <a:solidFill>
                <a:schemeClr val="lt1"/>
              </a:solidFill>
              <a:ln w="44450"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92" name="Google Shape;392;p11"/>
              <p:cNvSpPr/>
              <p:nvPr/>
            </p:nvSpPr>
            <p:spPr>
              <a:xfrm>
                <a:off x="786399" y="1707398"/>
                <a:ext cx="10911975" cy="4417189"/>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393" name="Google Shape;393;p11"/>
            <p:cNvSpPr/>
            <p:nvPr/>
          </p:nvSpPr>
          <p:spPr>
            <a:xfrm>
              <a:off x="1194641" y="1388773"/>
              <a:ext cx="2193448" cy="222151"/>
            </a:xfrm>
            <a:prstGeom prst="roundRect">
              <a:avLst>
                <a:gd name="adj" fmla="val 16667"/>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1" i="0" u="none" strike="noStrike" cap="none">
                <a:solidFill>
                  <a:srgbClr val="FFFFFF"/>
                </a:solidFill>
                <a:latin typeface="Arial Black" panose="020B0A04020102020204"/>
                <a:ea typeface="Arial Black" panose="020B0A04020102020204"/>
                <a:cs typeface="Arial Black" panose="020B0A04020102020204"/>
                <a:sym typeface="Arial Black" panose="020B0A04020102020204"/>
              </a:endParaRPr>
            </a:p>
          </p:txBody>
        </p:sp>
        <p:sp>
          <p:nvSpPr>
            <p:cNvPr id="394" name="Google Shape;394;p11"/>
            <p:cNvSpPr txBox="1"/>
            <p:nvPr/>
          </p:nvSpPr>
          <p:spPr>
            <a:xfrm>
              <a:off x="1038288" y="1913225"/>
              <a:ext cx="10754066" cy="410710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 fundamental loss of control … not knowing if …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Settlement system has the full population of trades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Stock or Cash has been moved from the Bank’s account without one’s knowledge …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leading to …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Actual loss arising from Human/ Systemic error or Delays and Fraudulent activity (E.g. – Mis-posted failing trade; Inaccurate Redemption posting)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Poor Decision making arising from inaccurate information (E.g. – depot of delivery not having adequate quantity of a multi-listed  security)</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Inaccurate/ Mis-stated Financial Reporting (and subsequent SOX consequences) arising from Human/ Systemic error or Delays and Fraudulent activity (E.g. – Finance/ Product/ Trading Book control teams reconcile P/L on a daily basis)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Regulatory Censure/ Fines and subsequent Reputational impact (E.g. – breach of Client Money rules of the FSA)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Strained Client Relationships and/ or Loss of Client Revenue through Inaccurate reporting (E.g. - a Broken trade-by-trade reconciliation could lead to Inaccurate reporting of open trades to a Tier 1 client)</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12"/>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TYPES OF RECON</a:t>
            </a:r>
            <a:endParaRPr b="1"/>
          </a:p>
        </p:txBody>
      </p:sp>
      <p:grpSp>
        <p:nvGrpSpPr>
          <p:cNvPr id="401" name="Google Shape;401;p12"/>
          <p:cNvGrpSpPr/>
          <p:nvPr/>
        </p:nvGrpSpPr>
        <p:grpSpPr>
          <a:xfrm>
            <a:off x="695787" y="1148733"/>
            <a:ext cx="10991820" cy="5009491"/>
            <a:chOff x="695787" y="1381126"/>
            <a:chExt cx="10991820" cy="5009491"/>
          </a:xfrm>
        </p:grpSpPr>
        <p:sp>
          <p:nvSpPr>
            <p:cNvPr id="402" name="Google Shape;402;p12"/>
            <p:cNvSpPr/>
            <p:nvPr/>
          </p:nvSpPr>
          <p:spPr>
            <a:xfrm>
              <a:off x="780392" y="1472615"/>
              <a:ext cx="10843260" cy="4830817"/>
            </a:xfrm>
            <a:prstGeom prst="rect">
              <a:avLst/>
            </a:prstGeom>
            <a:solidFill>
              <a:schemeClr val="lt1"/>
            </a:solidFill>
            <a:ln w="9525" cap="flat" cmpd="sng">
              <a:solidFill>
                <a:schemeClr val="accent4"/>
              </a:solidFill>
              <a:prstDash val="solid"/>
              <a:miter lim="800000"/>
              <a:headEnd type="none" w="sm" len="sm"/>
              <a:tailEnd type="none" w="sm" len="sm"/>
            </a:ln>
          </p:spPr>
          <p:txBody>
            <a:bodyPr spcFirstLastPara="1" wrap="square" lIns="271425" tIns="243700" rIns="45700" bIns="45700" anchor="ctr" anchorCtr="0">
              <a:noAutofit/>
            </a:bodyPr>
            <a:lstStyle/>
            <a:p>
              <a:pPr marL="0" marR="0" lvl="0" indent="0" algn="l" rtl="0">
                <a:lnSpc>
                  <a:spcPct val="150000"/>
                </a:lnSpc>
                <a:spcBef>
                  <a:spcPts val="0"/>
                </a:spcBef>
                <a:spcAft>
                  <a:spcPts val="0"/>
                </a:spcAft>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Accurate and timely reconciliation will ensure that both the Front Office and Operations will know, with a high degree of confidence, what their asset balances are and, just as importantly, where these assets are being held.</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600"/>
                </a:spcBef>
                <a:spcAft>
                  <a:spcPts val="0"/>
                </a:spcAft>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We can consider the concept of reconciliation from two points of view:</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60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Comparing our internal records (our ledger) with those of an external entity (e.g. a bank statement, depot statement, broker statement etc.); - EXTERNAL RECON</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60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Comparing within our own internal books between different departments/ different subsidiaries – INTERNAL RECON – Intra and Inter</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3" name="Google Shape;403;p12"/>
            <p:cNvSpPr/>
            <p:nvPr/>
          </p:nvSpPr>
          <p:spPr>
            <a:xfrm>
              <a:off x="695787" y="1381126"/>
              <a:ext cx="1142996" cy="1026750"/>
            </a:xfrm>
            <a:prstGeom prst="halfFrame">
              <a:avLst>
                <a:gd name="adj1" fmla="val 14539"/>
                <a:gd name="adj2" fmla="val 12866"/>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04" name="Google Shape;404;p12"/>
            <p:cNvSpPr/>
            <p:nvPr/>
          </p:nvSpPr>
          <p:spPr>
            <a:xfrm rot="10800000">
              <a:off x="10544611" y="5363867"/>
              <a:ext cx="1142996" cy="1026750"/>
            </a:xfrm>
            <a:prstGeom prst="halfFrame">
              <a:avLst>
                <a:gd name="adj1" fmla="val 14539"/>
                <a:gd name="adj2" fmla="val 12866"/>
              </a:avLst>
            </a:prstGeom>
            <a:solidFill>
              <a:schemeClr val="accent4"/>
            </a:solidFill>
            <a:ln w="12700"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13"/>
          <p:cNvSpPr txBox="1">
            <a:spLocks noGrp="1"/>
          </p:cNvSpPr>
          <p:nvPr>
            <p:ph type="title"/>
          </p:nvPr>
        </p:nvSpPr>
        <p:spPr>
          <a:xfrm>
            <a:off x="700550" y="404869"/>
            <a:ext cx="10996150" cy="71642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b="1"/>
              <a:t>RECON PROCESS</a:t>
            </a:r>
            <a:endParaRPr b="1"/>
          </a:p>
        </p:txBody>
      </p:sp>
      <p:grpSp>
        <p:nvGrpSpPr>
          <p:cNvPr id="411" name="Google Shape;411;p13"/>
          <p:cNvGrpSpPr/>
          <p:nvPr/>
        </p:nvGrpSpPr>
        <p:grpSpPr>
          <a:xfrm>
            <a:off x="700550" y="1154002"/>
            <a:ext cx="10996150" cy="4980098"/>
            <a:chOff x="700550" y="2123440"/>
            <a:chExt cx="10996150" cy="3556000"/>
          </a:xfrm>
        </p:grpSpPr>
        <p:sp>
          <p:nvSpPr>
            <p:cNvPr id="412" name="Google Shape;412;p13"/>
            <p:cNvSpPr/>
            <p:nvPr/>
          </p:nvSpPr>
          <p:spPr>
            <a:xfrm>
              <a:off x="700550" y="2123440"/>
              <a:ext cx="10996150" cy="3556000"/>
            </a:xfrm>
            <a:prstGeom prst="roundRect">
              <a:avLst>
                <a:gd name="adj" fmla="val 7486"/>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13" name="Google Shape;413;p13"/>
            <p:cNvSpPr/>
            <p:nvPr/>
          </p:nvSpPr>
          <p:spPr>
            <a:xfrm>
              <a:off x="700550" y="2235200"/>
              <a:ext cx="10996150" cy="3332480"/>
            </a:xfrm>
            <a:prstGeom prst="roundRect">
              <a:avLst>
                <a:gd name="adj" fmla="val 8670"/>
              </a:avLst>
            </a:prstGeom>
            <a:solidFill>
              <a:srgbClr val="F2F2F2"/>
            </a:solidFill>
            <a:ln>
              <a:noFill/>
            </a:ln>
          </p:spPr>
          <p:txBody>
            <a:bodyPr spcFirstLastPara="1" wrap="square" lIns="0" tIns="45700" rIns="91425" bIns="45700" anchor="t" anchorCtr="0">
              <a:noAutofit/>
            </a:bodyPr>
            <a:lstStyle/>
            <a:p>
              <a:pPr marL="0" marR="0" lvl="0" indent="0" algn="l" rtl="0">
                <a:lnSpc>
                  <a:spcPct val="150000"/>
                </a:lnSpc>
                <a:spcBef>
                  <a:spcPts val="0"/>
                </a:spcBef>
                <a:spcAft>
                  <a:spcPts val="0"/>
                </a:spcAft>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Reconciliation is a Control Process  wherein: </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300"/>
                </a:spcBef>
                <a:spcAft>
                  <a:spcPts val="0"/>
                </a:spcAft>
                <a:buClr>
                  <a:srgbClr val="000000"/>
                </a:buClr>
                <a:buSzPts val="1800"/>
                <a:buFont typeface="Arial" panose="020B0604020202020204"/>
                <a:buAutoNum type="arabicPeriod"/>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2 or more INDEPENDENT sets of data elements are compared and matched.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300"/>
                </a:spcBef>
                <a:spcAft>
                  <a:spcPts val="0"/>
                </a:spcAft>
                <a:buClr>
                  <a:srgbClr val="000000"/>
                </a:buClr>
                <a:buSzPts val="1800"/>
                <a:buFont typeface="Arial" panose="020B0604020202020204"/>
                <a:buAutoNum type="arabicPeriod"/>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data elements need to be from 2 different sources.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300"/>
                </a:spcBef>
                <a:spcAft>
                  <a:spcPts val="0"/>
                </a:spcAft>
                <a:buClr>
                  <a:srgbClr val="000000"/>
                </a:buClr>
                <a:buSzPts val="1800"/>
                <a:buFont typeface="Arial" panose="020B0604020202020204"/>
                <a:buAutoNum type="arabicPeriod"/>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If the data elements do not match, the differences are referred to as a ‘BREAK’ or discrepancy.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300"/>
                </a:spcBef>
                <a:spcAft>
                  <a:spcPts val="0"/>
                </a:spcAft>
                <a:buClr>
                  <a:srgbClr val="000000"/>
                </a:buClr>
                <a:buSzPts val="1800"/>
                <a:buFont typeface="Arial" panose="020B0604020202020204"/>
                <a:buAutoNum type="arabicPeriod"/>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Breaks need to be investigated and Resolved.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300"/>
                </a:spcBef>
                <a:spcAft>
                  <a:spcPts val="0"/>
                </a:spcAft>
                <a:buClr>
                  <a:srgbClr val="000000"/>
                </a:buClr>
                <a:buSzPts val="1800"/>
                <a:buFont typeface="Arial" panose="020B0604020202020204"/>
                <a:buAutoNum type="arabicPeriod"/>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Unresolved Breaks require Escalation to Management for attention and resolution.</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300"/>
                </a:spcBef>
                <a:spcAft>
                  <a:spcPts val="0"/>
                </a:spcAft>
                <a:buClr>
                  <a:srgbClr val="000000"/>
                </a:buClr>
                <a:buSzPts val="1800"/>
                <a:buFont typeface="Arial" panose="020B0604020202020204"/>
                <a:buAutoNum type="arabicPeriod"/>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The Breaks identified and the resolution process needs to be documented and reported.</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342900" marR="0" lvl="0" indent="-342900" algn="l" rtl="0">
                <a:lnSpc>
                  <a:spcPct val="150000"/>
                </a:lnSpc>
                <a:spcBef>
                  <a:spcPts val="300"/>
                </a:spcBef>
                <a:spcAft>
                  <a:spcPts val="0"/>
                </a:spcAft>
                <a:buClr>
                  <a:srgbClr val="000000"/>
                </a:buClr>
                <a:buSzPts val="1800"/>
                <a:buFont typeface="Arial" panose="020B0604020202020204"/>
                <a:buAutoNum type="arabicPeriod"/>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Ageing of Breaks is a key RISK Management metric to monitor the progress of Break resolution.  </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300"/>
                </a:spcBef>
                <a:spcAft>
                  <a:spcPts val="0"/>
                </a:spcAft>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Breaks can be matched even though there is not an exact match as long as the break values are within the established Tolerance levels. E.g. an accepted tolerance level for currency could be 5 USD.</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14"/>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19" name="Google Shape;419;p14"/>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cap="none"/>
              <a:t>TYPES OF RECON</a:t>
            </a:r>
            <a:endParaRPr lang="en-US" cap="none"/>
          </a:p>
        </p:txBody>
      </p:sp>
      <p:grpSp>
        <p:nvGrpSpPr>
          <p:cNvPr id="420" name="Google Shape;420;p14"/>
          <p:cNvGrpSpPr/>
          <p:nvPr/>
        </p:nvGrpSpPr>
        <p:grpSpPr>
          <a:xfrm>
            <a:off x="700550" y="1143000"/>
            <a:ext cx="10996149" cy="4987803"/>
            <a:chOff x="700550" y="1345125"/>
            <a:chExt cx="10996149" cy="4829223"/>
          </a:xfrm>
        </p:grpSpPr>
        <p:sp>
          <p:nvSpPr>
            <p:cNvPr id="421" name="Google Shape;421;p14"/>
            <p:cNvSpPr/>
            <p:nvPr/>
          </p:nvSpPr>
          <p:spPr>
            <a:xfrm>
              <a:off x="700550" y="1597115"/>
              <a:ext cx="10727158" cy="4577233"/>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22" name="Google Shape;422;p14"/>
            <p:cNvSpPr/>
            <p:nvPr/>
          </p:nvSpPr>
          <p:spPr>
            <a:xfrm>
              <a:off x="969541" y="1345125"/>
              <a:ext cx="10727158" cy="4568519"/>
            </a:xfrm>
            <a:prstGeom prst="rect">
              <a:avLst/>
            </a:prstGeom>
            <a:solidFill>
              <a:schemeClr val="lt1"/>
            </a:solidFill>
            <a:ln w="31750" cap="flat" cmpd="sng">
              <a:solidFill>
                <a:schemeClr val="accent4"/>
              </a:solidFill>
              <a:prstDash val="solid"/>
              <a:miter lim="800000"/>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23" name="Google Shape;423;p14"/>
            <p:cNvSpPr txBox="1"/>
            <p:nvPr/>
          </p:nvSpPr>
          <p:spPr>
            <a:xfrm>
              <a:off x="1215535" y="1452717"/>
              <a:ext cx="4414520" cy="4461069"/>
            </a:xfrm>
            <a:prstGeom prst="rect">
              <a:avLst/>
            </a:prstGeom>
            <a:noFill/>
            <a:ln>
              <a:noFill/>
            </a:ln>
          </p:spPr>
          <p:txBody>
            <a:bodyPr spcFirstLastPara="1" wrap="square" lIns="0" tIns="12700" rIns="0" bIns="0" anchor="t" anchorCtr="0">
              <a:noAutofit/>
            </a:bodyPr>
            <a:lstStyle/>
            <a:p>
              <a:pPr marL="0" marR="0" lvl="0" indent="0" algn="l" rtl="0">
                <a:lnSpc>
                  <a:spcPct val="150000"/>
                </a:lnSpc>
                <a:spcBef>
                  <a:spcPts val="600"/>
                </a:spcBef>
                <a:spcAft>
                  <a:spcPts val="0"/>
                </a:spcAft>
                <a:buClr>
                  <a:srgbClr val="000000"/>
                </a:buClr>
                <a:buSzPts val="1700"/>
                <a:buFont typeface="Arial" panose="020B0604020202020204"/>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Internal Recon</a:t>
              </a: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 </a:t>
              </a:r>
              <a:endPar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1200"/>
                </a:spcBef>
                <a:spcAft>
                  <a:spcPts val="0"/>
                </a:spcAft>
                <a:buClr>
                  <a:srgbClr val="000000"/>
                </a:buClr>
                <a:buSzPts val="1700"/>
                <a:buFont typeface="Arial" panose="020B0604020202020204"/>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1. Intra System Recs</a:t>
              </a: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 (Presettlement)</a:t>
              </a:r>
              <a:endPar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4480" marR="0" lvl="0" indent="-284480" algn="l" rtl="0">
                <a:lnSpc>
                  <a:spcPct val="150000"/>
                </a:lnSpc>
                <a:spcBef>
                  <a:spcPts val="1200"/>
                </a:spcBef>
                <a:spcAft>
                  <a:spcPts val="0"/>
                </a:spcAft>
                <a:buClr>
                  <a:srgbClr val="000000"/>
                </a:buClr>
                <a:buSzPts val="17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F</a:t>
              </a:r>
              <a:r>
                <a:rPr lang="en-IN" alt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ront Office Vs Middle Office</a:t>
              </a:r>
              <a:endParaRPr lang="en-IN" alt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4480" marR="0" lvl="0" indent="-284480" algn="l" rtl="0">
                <a:lnSpc>
                  <a:spcPct val="150000"/>
                </a:lnSpc>
                <a:spcBef>
                  <a:spcPts val="1200"/>
                </a:spcBef>
                <a:spcAft>
                  <a:spcPts val="0"/>
                </a:spcAft>
                <a:buClr>
                  <a:srgbClr val="000000"/>
                </a:buClr>
                <a:buSzPts val="1700"/>
                <a:buFont typeface="Arial" panose="020B0604020202020204"/>
                <a:buChar char="•"/>
              </a:pPr>
              <a:r>
                <a:rPr lang="en-IN" alt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Front Office Vs Back Office</a:t>
              </a:r>
              <a:endParaRPr lang="en-IN" alt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4480" marR="0" lvl="0" indent="-284480" algn="l" rtl="0">
                <a:lnSpc>
                  <a:spcPct val="150000"/>
                </a:lnSpc>
                <a:spcBef>
                  <a:spcPts val="1200"/>
                </a:spcBef>
                <a:spcAft>
                  <a:spcPts val="0"/>
                </a:spcAft>
                <a:buClr>
                  <a:srgbClr val="000000"/>
                </a:buClr>
                <a:buSzPts val="1700"/>
                <a:buFont typeface="Arial" panose="020B0604020202020204"/>
                <a:buChar char="•"/>
              </a:pPr>
              <a:r>
                <a:rPr lang="en-IN" alt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Middle Office Vs Back Office</a:t>
              </a:r>
              <a:endParaRPr lang="en-IN" alt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1200"/>
                </a:spcBef>
                <a:spcAft>
                  <a:spcPts val="0"/>
                </a:spcAft>
                <a:buClr>
                  <a:srgbClr val="000000"/>
                </a:buClr>
                <a:buSzPts val="1700"/>
                <a:buFont typeface="Arial" panose="020B0604020202020204"/>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2. Inter </a:t>
              </a: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Company </a:t>
              </a: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Recs</a:t>
              </a:r>
              <a:endPar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4480" marR="0" lvl="0" indent="-284480" algn="l" rtl="0">
                <a:lnSpc>
                  <a:spcPct val="150000"/>
                </a:lnSpc>
                <a:spcBef>
                  <a:spcPts val="1200"/>
                </a:spcBef>
                <a:spcAft>
                  <a:spcPts val="600"/>
                </a:spcAft>
                <a:buClr>
                  <a:srgbClr val="000000"/>
                </a:buClr>
                <a:buSzPts val="17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Our </a:t>
              </a:r>
              <a:r>
                <a:rPr lang="en-IN" alt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B</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ooks with </a:t>
              </a:r>
              <a:r>
                <a:rPr lang="en-IN" alt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S</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ubsidiaries</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4480" marR="0" lvl="0" indent="-284480" algn="l" rtl="0">
                <a:lnSpc>
                  <a:spcPct val="150000"/>
                </a:lnSpc>
                <a:spcBef>
                  <a:spcPts val="1200"/>
                </a:spcBef>
                <a:spcAft>
                  <a:spcPts val="600"/>
                </a:spcAft>
                <a:buClr>
                  <a:srgbClr val="000000"/>
                </a:buClr>
                <a:buSzPts val="1700"/>
                <a:buFont typeface="Arial" panose="020B0604020202020204"/>
                <a:buChar char="•"/>
              </a:pPr>
              <a:r>
                <a:rPr lang="en-IN" alt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Our Books Vs Group Companies</a:t>
              </a:r>
              <a:endParaRPr lang="en-IN" alt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4" name="Google Shape;424;p14"/>
            <p:cNvSpPr txBox="1"/>
            <p:nvPr/>
          </p:nvSpPr>
          <p:spPr>
            <a:xfrm>
              <a:off x="6333000" y="1452717"/>
              <a:ext cx="4711065" cy="4461069"/>
            </a:xfrm>
            <a:prstGeom prst="rect">
              <a:avLst/>
            </a:prstGeom>
            <a:noFill/>
            <a:ln>
              <a:noFill/>
            </a:ln>
          </p:spPr>
          <p:txBody>
            <a:bodyPr spcFirstLastPara="1" wrap="square" lIns="0" tIns="12700" rIns="0" bIns="0" anchor="t" anchorCtr="0">
              <a:noAutofit/>
            </a:bodyPr>
            <a:lstStyle/>
            <a:p>
              <a:pPr marL="0" marR="0" lvl="0" indent="0" algn="l" rtl="0">
                <a:lnSpc>
                  <a:spcPct val="150000"/>
                </a:lnSpc>
                <a:spcBef>
                  <a:spcPts val="600"/>
                </a:spcBef>
                <a:spcAft>
                  <a:spcPts val="0"/>
                </a:spcAft>
                <a:buClr>
                  <a:srgbClr val="000000"/>
                </a:buClr>
                <a:buSzPts val="1700"/>
                <a:buFont typeface="Arial" panose="020B0604020202020204"/>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External Recon</a:t>
              </a: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 (Internal Vs External)</a:t>
              </a:r>
              <a:endPar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1200"/>
                </a:spcBef>
                <a:spcAft>
                  <a:spcPts val="0"/>
                </a:spcAft>
                <a:buClr>
                  <a:srgbClr val="000000"/>
                </a:buClr>
                <a:buSzPts val="1700"/>
                <a:buFont typeface="Arial" panose="020B0604020202020204"/>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1. Depot</a:t>
              </a:r>
              <a:r>
                <a:rPr lang="en-IN" alt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/Stock</a:t>
              </a: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 Recs –</a:t>
              </a:r>
              <a:endPar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4480" marR="0" lvl="0" indent="-284480" algn="l" rtl="0">
                <a:lnSpc>
                  <a:spcPct val="150000"/>
                </a:lnSpc>
                <a:spcBef>
                  <a:spcPts val="1200"/>
                </a:spcBef>
                <a:spcAft>
                  <a:spcPts val="0"/>
                </a:spcAft>
                <a:buClr>
                  <a:srgbClr val="000000"/>
                </a:buClr>
                <a:buSzPts val="17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Internal System with external parties</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4480" marR="0" lvl="0" indent="-284480" algn="l" rtl="0">
                <a:lnSpc>
                  <a:spcPct val="150000"/>
                </a:lnSpc>
                <a:spcBef>
                  <a:spcPts val="1200"/>
                </a:spcBef>
                <a:spcAft>
                  <a:spcPts val="0"/>
                </a:spcAft>
                <a:buClr>
                  <a:srgbClr val="000000"/>
                </a:buClr>
                <a:buSzPts val="17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It’s a post </a:t>
              </a:r>
              <a:r>
                <a:rPr lang="en-IN" alt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settlement </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recon of Stock </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50000"/>
                </a:lnSpc>
                <a:spcBef>
                  <a:spcPts val="1200"/>
                </a:spcBef>
                <a:spcAft>
                  <a:spcPts val="0"/>
                </a:spcAft>
                <a:buClr>
                  <a:srgbClr val="000000"/>
                </a:buClr>
                <a:buSzPts val="1700"/>
                <a:buFont typeface="Arial" panose="020B0604020202020204"/>
                <a:buNone/>
              </a:pPr>
              <a:r>
                <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rPr>
                <a:t>2. Nostro / cash Recs – </a:t>
              </a:r>
              <a:endParaRPr lang="en-US"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4480" marR="0" lvl="0" indent="-284480" algn="l" rtl="0">
                <a:lnSpc>
                  <a:spcPct val="150000"/>
                </a:lnSpc>
                <a:spcBef>
                  <a:spcPts val="1200"/>
                </a:spcBef>
                <a:spcAft>
                  <a:spcPts val="0"/>
                </a:spcAft>
                <a:buClr>
                  <a:srgbClr val="000000"/>
                </a:buClr>
                <a:buSzPts val="17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Internal System with external parties</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4480" marR="0" lvl="0" indent="-284480" algn="l" rtl="0">
                <a:lnSpc>
                  <a:spcPct val="150000"/>
                </a:lnSpc>
                <a:spcBef>
                  <a:spcPts val="1200"/>
                </a:spcBef>
                <a:spcAft>
                  <a:spcPts val="0"/>
                </a:spcAft>
                <a:buClr>
                  <a:srgbClr val="000000"/>
                </a:buClr>
                <a:buSzPts val="17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It’s a post </a:t>
              </a:r>
              <a:r>
                <a:rPr lang="en-IN" alt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settlement </a:t>
              </a: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recon of Cash </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4480" marR="0" lvl="0" indent="-176530" algn="l" rtl="0">
                <a:lnSpc>
                  <a:spcPct val="150000"/>
                </a:lnSpc>
                <a:spcBef>
                  <a:spcPts val="1200"/>
                </a:spcBef>
                <a:spcAft>
                  <a:spcPts val="600"/>
                </a:spcAft>
                <a:buClr>
                  <a:srgbClr val="000000"/>
                </a:buClr>
                <a:buSzPts val="1700"/>
                <a:buFont typeface="Arial" panose="020B0604020202020204"/>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15"/>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30" name="Google Shape;430;p15"/>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cap="none"/>
              <a:t>TYPES OF RECONCILIATION</a:t>
            </a:r>
            <a:endParaRPr lang="en-US" cap="none"/>
          </a:p>
        </p:txBody>
      </p:sp>
      <p:graphicFrame>
        <p:nvGraphicFramePr>
          <p:cNvPr id="431" name="Google Shape;431;p15"/>
          <p:cNvGraphicFramePr/>
          <p:nvPr/>
        </p:nvGraphicFramePr>
        <p:xfrm>
          <a:off x="1698674" y="1506412"/>
          <a:ext cx="9998000" cy="4627700"/>
        </p:xfrm>
        <a:graphic>
          <a:graphicData uri="http://schemas.openxmlformats.org/drawingml/2006/table">
            <a:tbl>
              <a:tblPr>
                <a:noFill/>
                <a:tableStyleId>{6FFFF4B0-7B49-4BC8-BD6B-026443BFF4D6}</a:tableStyleId>
              </a:tblPr>
              <a:tblGrid>
                <a:gridCol w="2825525"/>
                <a:gridCol w="2825525"/>
                <a:gridCol w="4346950"/>
              </a:tblGrid>
              <a:tr h="374100">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solidFill>
                            <a:schemeClr val="lt1"/>
                          </a:solidFill>
                          <a:latin typeface="Arial" panose="020B0604020202020204"/>
                          <a:ea typeface="Arial" panose="020B0604020202020204"/>
                          <a:cs typeface="Arial" panose="020B0604020202020204"/>
                          <a:sym typeface="Arial" panose="020B0604020202020204"/>
                        </a:rPr>
                        <a:t>Type</a:t>
                      </a:r>
                      <a:endParaRPr sz="1400" u="none" strike="noStrike" cap="none">
                        <a:solidFill>
                          <a:schemeClr val="lt1"/>
                        </a:solidFill>
                      </a:endParaRPr>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5"/>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solidFill>
                            <a:schemeClr val="lt1"/>
                          </a:solidFill>
                          <a:latin typeface="Arial" panose="020B0604020202020204"/>
                          <a:ea typeface="Arial" panose="020B0604020202020204"/>
                          <a:cs typeface="Arial" panose="020B0604020202020204"/>
                          <a:sym typeface="Arial" panose="020B0604020202020204"/>
                        </a:rPr>
                        <a:t>Involves</a:t>
                      </a:r>
                      <a:endParaRPr sz="1400" u="none" strike="noStrike" cap="none">
                        <a:solidFill>
                          <a:schemeClr val="lt1"/>
                        </a:solidFill>
                      </a:endParaRPr>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5"/>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solidFill>
                            <a:schemeClr val="lt1"/>
                          </a:solidFill>
                          <a:latin typeface="Arial" panose="020B0604020202020204"/>
                          <a:ea typeface="Arial" panose="020B0604020202020204"/>
                          <a:cs typeface="Arial" panose="020B0604020202020204"/>
                          <a:sym typeface="Arial" panose="020B0604020202020204"/>
                        </a:rPr>
                        <a:t>Comments</a:t>
                      </a:r>
                      <a:endParaRPr sz="1400" u="none" strike="noStrike" cap="none">
                        <a:solidFill>
                          <a:schemeClr val="lt1"/>
                        </a:solidFill>
                      </a:endParaRPr>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5"/>
                    </a:solidFill>
                  </a:tcPr>
                </a:tc>
              </a:tr>
              <a:tr h="564325">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1. Trade-by-trade</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Individual trades</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Front Office positions vs. Operations' positions</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961025">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2. Traded position</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EF2F6"/>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Totals of trades recorded within a trading book/for a client</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EF2F6"/>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Front Office positions vs. Operations' positions</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EF2F6"/>
                    </a:solidFill>
                  </a:tcPr>
                </a:tc>
              </a:tr>
              <a:tr h="806200">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3. Open trades</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Individual trades</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Operations' positions vs. custodian/broker/counterparty</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r h="961025">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4. Depot position</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EF2F6"/>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Totals of securities positions held within a trading book/for a client</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EF2F6"/>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Operations' positions vs. custodian</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EF2F6"/>
                    </a:solidFill>
                  </a:tcPr>
                </a:tc>
              </a:tr>
              <a:tr h="961025">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5. Cash position</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Cash balances and movements within a nostro account</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0" u="none" strike="noStrike" cap="none">
                          <a:latin typeface="Arial" panose="020B0604020202020204"/>
                          <a:ea typeface="Arial" panose="020B0604020202020204"/>
                          <a:cs typeface="Arial" panose="020B0604020202020204"/>
                          <a:sym typeface="Arial" panose="020B0604020202020204"/>
                        </a:rPr>
                        <a:t>Operations' positions vs. custodian/bank</a:t>
                      </a:r>
                      <a:endParaRPr sz="1400" u="none" strike="noStrike" cap="none"/>
                    </a:p>
                  </a:txBody>
                  <a:tcPr marL="66975" marR="66975" marT="33500" marB="335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r>
            </a:tbl>
          </a:graphicData>
        </a:graphic>
      </p:graphicFrame>
      <p:sp>
        <p:nvSpPr>
          <p:cNvPr id="432" name="Google Shape;432;p15"/>
          <p:cNvSpPr/>
          <p:nvPr/>
        </p:nvSpPr>
        <p:spPr>
          <a:xfrm>
            <a:off x="685801" y="2046513"/>
            <a:ext cx="1012872" cy="134982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panose="020B0604020202020204"/>
              <a:buNone/>
            </a:pPr>
            <a:r>
              <a:rPr lang="en-US" sz="1400" b="0" i="0" u="none" strike="noStrike" cap="none">
                <a:solidFill>
                  <a:schemeClr val="lt1"/>
                </a:solidFill>
                <a:latin typeface="Arial" panose="020B0604020202020204"/>
                <a:ea typeface="Arial" panose="020B0604020202020204"/>
                <a:cs typeface="Arial" panose="020B0604020202020204"/>
                <a:sym typeface="Arial" panose="020B0604020202020204"/>
              </a:rPr>
              <a:t>Internal Recon	</a:t>
            </a:r>
            <a:endParaRPr sz="1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33" name="Google Shape;433;p15"/>
          <p:cNvSpPr/>
          <p:nvPr/>
        </p:nvSpPr>
        <p:spPr>
          <a:xfrm>
            <a:off x="685800" y="3474719"/>
            <a:ext cx="1012873" cy="2659381"/>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panose="020B0604020202020204"/>
              <a:buNone/>
            </a:pPr>
            <a:r>
              <a:rPr lang="en-US" sz="1400" b="0" i="0" u="none" strike="noStrike" cap="none">
                <a:solidFill>
                  <a:schemeClr val="lt1"/>
                </a:solidFill>
                <a:latin typeface="Arial" panose="020B0604020202020204"/>
                <a:ea typeface="Arial" panose="020B0604020202020204"/>
                <a:cs typeface="Arial" panose="020B0604020202020204"/>
                <a:sym typeface="Arial" panose="020B0604020202020204"/>
              </a:rPr>
              <a:t>External Recon	</a:t>
            </a:r>
            <a:endParaRPr sz="1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16"/>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39" name="Google Shape;439;p16"/>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cap="none"/>
              <a:t>TYPES OF RECONCILIATION</a:t>
            </a:r>
            <a:endParaRPr lang="en-US" cap="none"/>
          </a:p>
        </p:txBody>
      </p:sp>
      <p:pic>
        <p:nvPicPr>
          <p:cNvPr id="440" name="Google Shape;440;p16"/>
          <p:cNvPicPr preferRelativeResize="0"/>
          <p:nvPr/>
        </p:nvPicPr>
        <p:blipFill rotWithShape="1">
          <a:blip r:embed="rId1"/>
          <a:srcRect/>
          <a:stretch>
            <a:fillRect/>
          </a:stretch>
        </p:blipFill>
        <p:spPr>
          <a:xfrm>
            <a:off x="1230050" y="1926035"/>
            <a:ext cx="9731901" cy="3631275"/>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17"/>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46" name="Google Shape;446;p17"/>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cap="none"/>
              <a:t>TYPES OF RECONCILIATION</a:t>
            </a:r>
            <a:endParaRPr lang="en-US" cap="none"/>
          </a:p>
        </p:txBody>
      </p:sp>
      <p:grpSp>
        <p:nvGrpSpPr>
          <p:cNvPr id="447" name="Google Shape;447;p17"/>
          <p:cNvGrpSpPr/>
          <p:nvPr/>
        </p:nvGrpSpPr>
        <p:grpSpPr>
          <a:xfrm>
            <a:off x="700550" y="1143000"/>
            <a:ext cx="10996149" cy="4987803"/>
            <a:chOff x="700550" y="1345125"/>
            <a:chExt cx="10996149" cy="4829223"/>
          </a:xfrm>
        </p:grpSpPr>
        <p:sp>
          <p:nvSpPr>
            <p:cNvPr id="448" name="Google Shape;448;p17"/>
            <p:cNvSpPr/>
            <p:nvPr/>
          </p:nvSpPr>
          <p:spPr>
            <a:xfrm>
              <a:off x="700550" y="1597115"/>
              <a:ext cx="10727158" cy="4577233"/>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49" name="Google Shape;449;p17"/>
            <p:cNvSpPr/>
            <p:nvPr/>
          </p:nvSpPr>
          <p:spPr>
            <a:xfrm>
              <a:off x="969541" y="1345125"/>
              <a:ext cx="10727158" cy="4568519"/>
            </a:xfrm>
            <a:prstGeom prst="rect">
              <a:avLst/>
            </a:prstGeom>
            <a:solidFill>
              <a:schemeClr val="lt1"/>
            </a:solidFill>
            <a:ln w="31750" cap="flat" cmpd="sng">
              <a:solidFill>
                <a:schemeClr val="accent4"/>
              </a:solidFill>
              <a:prstDash val="solid"/>
              <a:miter lim="800000"/>
              <a:headEnd type="none" w="sm" len="sm"/>
              <a:tailEnd type="none" w="sm" len="sm"/>
            </a:ln>
            <a:effectLst>
              <a:outerShdw blurRad="63500" sx="102000" sy="102000" algn="c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50" name="Google Shape;450;p17"/>
            <p:cNvSpPr txBox="1"/>
            <p:nvPr/>
          </p:nvSpPr>
          <p:spPr>
            <a:xfrm>
              <a:off x="1215431" y="1452877"/>
              <a:ext cx="10079586" cy="4460767"/>
            </a:xfrm>
            <a:prstGeom prst="rect">
              <a:avLst/>
            </a:prstGeom>
            <a:noFill/>
            <a:ln>
              <a:noFill/>
            </a:ln>
          </p:spPr>
          <p:txBody>
            <a:bodyPr spcFirstLastPara="1" wrap="square" lIns="0" tIns="12700" rIns="0" bIns="0" anchor="t" anchorCtr="0">
              <a:noAutofit/>
            </a:bodyPr>
            <a:lstStyle/>
            <a:p>
              <a:pPr marL="285750" marR="0" lvl="0" indent="-285750" algn="l" rtl="0">
                <a:lnSpc>
                  <a:spcPct val="150000"/>
                </a:lnSpc>
                <a:spcBef>
                  <a:spcPts val="600"/>
                </a:spcBef>
                <a:spcAft>
                  <a:spcPts val="0"/>
                </a:spcAft>
                <a:buClr>
                  <a:srgbClr val="000000"/>
                </a:buClr>
                <a:buSzPts val="17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Types 1 and 2 are internal reconciliations that ensure the dealers' blotters agree with the settlement systems in the Operations Department.</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rgbClr val="000000"/>
                </a:buClr>
                <a:buSzPts val="17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Types 3, 4 and 5 are external reconciliations:</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rgbClr val="000000"/>
                </a:buClr>
                <a:buSzPts val="17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Type 3 handles both the asset and the cash counter-value;</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0"/>
                </a:spcAft>
                <a:buClr>
                  <a:srgbClr val="000000"/>
                </a:buClr>
                <a:buSzPts val="17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Type 4 handles non-cash assets only;</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1200"/>
                </a:spcBef>
                <a:spcAft>
                  <a:spcPts val="600"/>
                </a:spcAft>
                <a:buClr>
                  <a:srgbClr val="000000"/>
                </a:buClr>
                <a:buSzPts val="1700"/>
                <a:buFont typeface="Arial" panose="020B0604020202020204"/>
                <a:buChar char="•"/>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Type 5 handles cash only.</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18"/>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56" name="Google Shape;456;p18"/>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INTERNAL RECONCILIATION - INTRA</a:t>
            </a:r>
            <a:endParaRPr lang="en-US"/>
          </a:p>
        </p:txBody>
      </p:sp>
      <p:grpSp>
        <p:nvGrpSpPr>
          <p:cNvPr id="457" name="Google Shape;457;p18"/>
          <p:cNvGrpSpPr/>
          <p:nvPr/>
        </p:nvGrpSpPr>
        <p:grpSpPr>
          <a:xfrm>
            <a:off x="700550" y="1148723"/>
            <a:ext cx="10996150" cy="4934811"/>
            <a:chOff x="786399" y="1388773"/>
            <a:chExt cx="10911975" cy="4840577"/>
          </a:xfrm>
        </p:grpSpPr>
        <p:grpSp>
          <p:nvGrpSpPr>
            <p:cNvPr id="458" name="Google Shape;458;p18"/>
            <p:cNvGrpSpPr/>
            <p:nvPr/>
          </p:nvGrpSpPr>
          <p:grpSpPr>
            <a:xfrm>
              <a:off x="786399" y="1601771"/>
              <a:ext cx="10911975" cy="4627579"/>
              <a:chOff x="786399" y="1601771"/>
              <a:chExt cx="10911975" cy="4525633"/>
            </a:xfrm>
          </p:grpSpPr>
          <p:sp>
            <p:nvSpPr>
              <p:cNvPr id="459" name="Google Shape;459;p18"/>
              <p:cNvSpPr/>
              <p:nvPr/>
            </p:nvSpPr>
            <p:spPr>
              <a:xfrm>
                <a:off x="1038289" y="1601771"/>
                <a:ext cx="10408196" cy="4525633"/>
              </a:xfrm>
              <a:prstGeom prst="rect">
                <a:avLst/>
              </a:prstGeom>
              <a:solidFill>
                <a:schemeClr val="lt1"/>
              </a:solidFill>
              <a:ln w="44450"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60" name="Google Shape;460;p18"/>
              <p:cNvSpPr/>
              <p:nvPr/>
            </p:nvSpPr>
            <p:spPr>
              <a:xfrm>
                <a:off x="786399" y="1707398"/>
                <a:ext cx="10911975" cy="4417189"/>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461" name="Google Shape;461;p18"/>
            <p:cNvSpPr/>
            <p:nvPr/>
          </p:nvSpPr>
          <p:spPr>
            <a:xfrm>
              <a:off x="1194641" y="1388773"/>
              <a:ext cx="2193448" cy="222151"/>
            </a:xfrm>
            <a:prstGeom prst="roundRect">
              <a:avLst>
                <a:gd name="adj" fmla="val 16667"/>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1" i="0" u="none" strike="noStrike" cap="none">
                <a:solidFill>
                  <a:srgbClr val="FFFFFF"/>
                </a:solidFill>
                <a:latin typeface="Arial Black" panose="020B0A04020102020204"/>
                <a:ea typeface="Arial Black" panose="020B0A04020102020204"/>
                <a:cs typeface="Arial Black" panose="020B0A04020102020204"/>
                <a:sym typeface="Arial Black" panose="020B0A04020102020204"/>
              </a:endParaRPr>
            </a:p>
          </p:txBody>
        </p:sp>
        <p:sp>
          <p:nvSpPr>
            <p:cNvPr id="462" name="Google Shape;462;p18"/>
            <p:cNvSpPr txBox="1"/>
            <p:nvPr/>
          </p:nvSpPr>
          <p:spPr>
            <a:xfrm>
              <a:off x="1038289" y="1913225"/>
              <a:ext cx="10480196" cy="4107108"/>
            </a:xfrm>
            <a:prstGeom prst="rect">
              <a:avLst/>
            </a:prstGeom>
            <a:no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Internal reconciliation is very  important to any investment  bank to resolve breaks that  arise due to feed issues between  the front-office and back-office  systems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177800" algn="l" rtl="0">
                <a:lnSpc>
                  <a:spcPct val="100000"/>
                </a:lnSpc>
                <a:spcBef>
                  <a:spcPts val="300"/>
                </a:spcBef>
                <a:spcAft>
                  <a:spcPts val="0"/>
                </a:spcAft>
                <a:buClr>
                  <a:srgbClr val="000000"/>
                </a:buClr>
                <a:buSzPts val="17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300"/>
                </a:spcBef>
                <a:spcAft>
                  <a:spcPts val="0"/>
                </a:spcAft>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Sales support trade reconciliation (FO-FO)</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30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Reconciliation between order management (sales system) and front office  trading system</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177800" algn="l" rtl="0">
                <a:lnSpc>
                  <a:spcPct val="100000"/>
                </a:lnSpc>
                <a:spcBef>
                  <a:spcPts val="300"/>
                </a:spcBef>
                <a:spcAft>
                  <a:spcPts val="0"/>
                </a:spcAft>
                <a:buClr>
                  <a:srgbClr val="000000"/>
                </a:buClr>
                <a:buSzPts val="1700"/>
                <a:buFont typeface="Arial" panose="020B0604020202020204"/>
                <a:buNone/>
              </a:pPr>
              <a:endParaRPr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300"/>
                </a:spcBef>
                <a:spcAft>
                  <a:spcPts val="0"/>
                </a:spcAft>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Front Office Trading to Risk Management system (FO-</a:t>
              </a:r>
              <a:r>
                <a:rPr lang="en-IN" alt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M</a:t>
              </a: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O)</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30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Automated reconciliation of data between both the systems to make sure risk  system has captured all the trades. Any missing trades have to be escalated to  respective Tech department, who would make sure all the trades are captured</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300"/>
                </a:spcBef>
                <a:spcAft>
                  <a:spcPts val="0"/>
                </a:spcAft>
                <a:buNone/>
              </a:pPr>
              <a:r>
                <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rPr>
                <a:t>Front Office Trading to Operation Systems (Intra) (FO-MO-Core Ops)</a:t>
              </a:r>
              <a:endParaRPr lang="en-US" sz="18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00000"/>
                </a:lnSpc>
                <a:spcBef>
                  <a:spcPts val="30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Reconciliation of data between front office and operations system is necessary to  make sure all the trades are accurately captured in these systems.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19"/>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68" name="Google Shape;468;p19"/>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INTERNAL RECONCILIATION - INTRA</a:t>
            </a:r>
            <a:endParaRPr lang="en-US"/>
          </a:p>
        </p:txBody>
      </p:sp>
      <p:pic>
        <p:nvPicPr>
          <p:cNvPr id="469" name="Google Shape;469;p19"/>
          <p:cNvPicPr preferRelativeResize="0"/>
          <p:nvPr/>
        </p:nvPicPr>
        <p:blipFill rotWithShape="1">
          <a:blip r:embed="rId1"/>
          <a:srcRect/>
          <a:stretch>
            <a:fillRect/>
          </a:stretch>
        </p:blipFill>
        <p:spPr>
          <a:xfrm>
            <a:off x="688387" y="1779799"/>
            <a:ext cx="10815226" cy="3997250"/>
          </a:xfrm>
          <a:prstGeom prst="rect">
            <a:avLst/>
          </a:prstGeom>
          <a:noFill/>
          <a:ln>
            <a:noFill/>
          </a:ln>
          <a:effectLst>
            <a:outerShdw blurRad="63500" sx="102000" sy="102000" algn="ctr" rotWithShape="0">
              <a:srgbClr val="000000">
                <a:alpha val="40000"/>
              </a:srgbClr>
            </a:outerShdw>
          </a:effectLst>
        </p:spPr>
      </p:pic>
      <p:sp>
        <p:nvSpPr>
          <p:cNvPr id="470" name="Google Shape;470;p19"/>
          <p:cNvSpPr/>
          <p:nvPr/>
        </p:nvSpPr>
        <p:spPr>
          <a:xfrm>
            <a:off x="7983970" y="1145384"/>
            <a:ext cx="2255406" cy="373645"/>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panose="020B0604020202020204"/>
              <a:buNone/>
            </a:pPr>
            <a:r>
              <a:rPr lang="en-US" sz="1400" b="0" i="0" u="none" strike="noStrike" cap="none" dirty="0">
                <a:solidFill>
                  <a:schemeClr val="lt1"/>
                </a:solidFill>
                <a:latin typeface="Arial" panose="020B0604020202020204"/>
                <a:ea typeface="Arial" panose="020B0604020202020204"/>
                <a:cs typeface="Arial" panose="020B0604020202020204"/>
                <a:sym typeface="Arial" panose="020B0604020202020204"/>
              </a:rPr>
              <a:t>Position Reconciliation</a:t>
            </a:r>
            <a:endParaRPr sz="1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20"/>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76" name="Google Shape;476;p20"/>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INTERNAL RECONCILIATION - INTER</a:t>
            </a:r>
            <a:r>
              <a:rPr lang="en-IN" altLang="en-US"/>
              <a:t> COMPANY </a:t>
            </a:r>
            <a:endParaRPr lang="en-IN" altLang="en-US"/>
          </a:p>
        </p:txBody>
      </p:sp>
      <p:sp>
        <p:nvSpPr>
          <p:cNvPr id="477" name="Google Shape;477;p20"/>
          <p:cNvSpPr/>
          <p:nvPr/>
        </p:nvSpPr>
        <p:spPr>
          <a:xfrm>
            <a:off x="781050" y="2010081"/>
            <a:ext cx="647700" cy="647700"/>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i="0" u="none" strike="noStrike" cap="none">
                <a:solidFill>
                  <a:schemeClr val="lt1"/>
                </a:solidFill>
                <a:latin typeface="Arial" panose="020B0604020202020204"/>
                <a:ea typeface="Arial" panose="020B0604020202020204"/>
                <a:cs typeface="Arial" panose="020B0604020202020204"/>
                <a:sym typeface="Arial" panose="020B0604020202020204"/>
              </a:rPr>
              <a:t>01</a:t>
            </a:r>
            <a:endParaRPr sz="1800" b="1"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478" name="Google Shape;478;p20"/>
          <p:cNvSpPr/>
          <p:nvPr/>
        </p:nvSpPr>
        <p:spPr>
          <a:xfrm>
            <a:off x="1715590" y="1600199"/>
            <a:ext cx="9981110" cy="1467465"/>
          </a:xfrm>
          <a:prstGeom prst="roundRect">
            <a:avLst>
              <a:gd name="adj" fmla="val 16667"/>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Inter companies transactions are the movement of positions between two Internal IB Subsidiaries that are on the back of Financial Transactions. For e.g: ABN Amro Frankfurt agrees an FX trade with BAML NY. However, the ABN Amro Trader has his Profit Centre with ABN Amro Frankfurt. This will create an Intercompany Transaction.</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479" name="Google Shape;479;p20"/>
          <p:cNvSpPr/>
          <p:nvPr/>
        </p:nvSpPr>
        <p:spPr>
          <a:xfrm>
            <a:off x="781050" y="4117555"/>
            <a:ext cx="647700" cy="6477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02</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480" name="Google Shape;480;p20"/>
          <p:cNvSpPr/>
          <p:nvPr/>
        </p:nvSpPr>
        <p:spPr>
          <a:xfrm>
            <a:off x="1715590" y="3707673"/>
            <a:ext cx="9981110" cy="1467465"/>
          </a:xfrm>
          <a:prstGeom prst="roundRect">
            <a:avLst>
              <a:gd name="adj" fmla="val 16667"/>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The Intercompany reconciliations will cover all the trades between multiple subsidiaries to ensure that the positions between them are accurate. For E.g. ABN Amro Frankfurt agrees an FX trade with BAML NY. </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21"/>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86" name="Google Shape;486;p21"/>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EXTERNAL RECONCILIATION WITH CUSTODIAN</a:t>
            </a:r>
            <a:endParaRPr lang="en-US"/>
          </a:p>
        </p:txBody>
      </p:sp>
      <p:pic>
        <p:nvPicPr>
          <p:cNvPr id="487" name="Google Shape;487;p21"/>
          <p:cNvPicPr preferRelativeResize="0"/>
          <p:nvPr/>
        </p:nvPicPr>
        <p:blipFill rotWithShape="1">
          <a:blip r:embed="rId1"/>
          <a:srcRect/>
          <a:stretch>
            <a:fillRect/>
          </a:stretch>
        </p:blipFill>
        <p:spPr>
          <a:xfrm>
            <a:off x="1471875" y="2137503"/>
            <a:ext cx="9248250" cy="3669125"/>
          </a:xfrm>
          <a:prstGeom prst="rect">
            <a:avLst/>
          </a:prstGeom>
          <a:noFill/>
          <a:ln>
            <a:noFill/>
          </a:ln>
          <a:effectLst>
            <a:outerShdw blurRad="63500" sx="102000" sy="102000" algn="ctr" rotWithShape="0">
              <a:srgbClr val="000000">
                <a:alpha val="40000"/>
              </a:srgbClr>
            </a:outerShdw>
          </a:effectLst>
        </p:spPr>
      </p:pic>
      <p:sp>
        <p:nvSpPr>
          <p:cNvPr id="488" name="Google Shape;488;p21"/>
          <p:cNvSpPr/>
          <p:nvPr/>
        </p:nvSpPr>
        <p:spPr>
          <a:xfrm>
            <a:off x="7983970" y="1145384"/>
            <a:ext cx="2255406" cy="373645"/>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panose="020B0604020202020204"/>
              <a:buNone/>
            </a:pPr>
            <a:r>
              <a:rPr lang="en-US" sz="1400" b="0" i="0" u="none" strike="noStrike" cap="none" dirty="0">
                <a:solidFill>
                  <a:schemeClr val="lt1"/>
                </a:solidFill>
                <a:latin typeface="Arial" panose="020B0604020202020204"/>
                <a:ea typeface="Arial" panose="020B0604020202020204"/>
                <a:cs typeface="Arial" panose="020B0604020202020204"/>
                <a:sym typeface="Arial" panose="020B0604020202020204"/>
              </a:rPr>
              <a:t>Position Reconciliation</a:t>
            </a:r>
            <a:endParaRPr sz="1400" b="0" i="0" u="none" strike="noStrike" cap="none" dirty="0">
              <a:solidFill>
                <a:schemeClr val="lt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22"/>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494" name="Google Shape;494;p22"/>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EXTERNAL RECONCILIATION WITH CUSTODIAN – NOSTRO ACCOUNT</a:t>
            </a:r>
            <a:endParaRPr lang="en-US"/>
          </a:p>
        </p:txBody>
      </p:sp>
      <p:grpSp>
        <p:nvGrpSpPr>
          <p:cNvPr id="495" name="Google Shape;495;p22"/>
          <p:cNvGrpSpPr/>
          <p:nvPr/>
        </p:nvGrpSpPr>
        <p:grpSpPr>
          <a:xfrm>
            <a:off x="781050" y="1143000"/>
            <a:ext cx="10915650" cy="2248990"/>
            <a:chOff x="781050" y="1143000"/>
            <a:chExt cx="10915650" cy="2248990"/>
          </a:xfrm>
        </p:grpSpPr>
        <p:sp>
          <p:nvSpPr>
            <p:cNvPr id="496" name="Google Shape;496;p22"/>
            <p:cNvSpPr/>
            <p:nvPr/>
          </p:nvSpPr>
          <p:spPr>
            <a:xfrm>
              <a:off x="781050" y="1943645"/>
              <a:ext cx="647700" cy="647700"/>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01</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497" name="Google Shape;497;p22"/>
            <p:cNvSpPr/>
            <p:nvPr/>
          </p:nvSpPr>
          <p:spPr>
            <a:xfrm>
              <a:off x="1715590" y="1143000"/>
              <a:ext cx="9981110" cy="2248990"/>
            </a:xfrm>
            <a:prstGeom prst="roundRect">
              <a:avLst>
                <a:gd name="adj" fmla="val 4354"/>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In order to deal in the Foreign Exchange Market and transact in foreign currencies, banks maintain accounts with other banks globally. This is known as a Nostro Account. The Nostro reconciliations are an accounting process used to compare two sets of records to ensure that the figures are in agreement and are accurate, and is commonly used for currency settlement. Banks maintain accounts  with other banks (Nostro Accounts) and it is necessary for them to reconcile Ledger account Statements with the Nostro Account Statements. The replica of Nostro account is maintained by the bank in its books or operational purposes and is known as a Nostro mirror account.</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498" name="Google Shape;498;p22"/>
          <p:cNvSpPr/>
          <p:nvPr/>
        </p:nvSpPr>
        <p:spPr>
          <a:xfrm>
            <a:off x="781050" y="3556047"/>
            <a:ext cx="647700" cy="6477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02</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499" name="Google Shape;499;p22"/>
          <p:cNvSpPr/>
          <p:nvPr/>
        </p:nvSpPr>
        <p:spPr>
          <a:xfrm>
            <a:off x="1715590" y="3556047"/>
            <a:ext cx="4728753" cy="647700"/>
          </a:xfrm>
          <a:prstGeom prst="roundRect">
            <a:avLst>
              <a:gd name="adj" fmla="val 13765"/>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Ledgers: Entries generated internally (Nostro Mirror Account)</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500" name="Google Shape;500;p22"/>
          <p:cNvSpPr/>
          <p:nvPr/>
        </p:nvSpPr>
        <p:spPr>
          <a:xfrm>
            <a:off x="781050" y="4367805"/>
            <a:ext cx="647700" cy="6477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03</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501" name="Google Shape;501;p22"/>
          <p:cNvSpPr/>
          <p:nvPr/>
        </p:nvSpPr>
        <p:spPr>
          <a:xfrm>
            <a:off x="1715590" y="4367805"/>
            <a:ext cx="4728753" cy="647700"/>
          </a:xfrm>
          <a:prstGeom prst="roundRect">
            <a:avLst>
              <a:gd name="adj" fmla="val 12421"/>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Statements: Entries from Nostro banks</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pic>
        <p:nvPicPr>
          <p:cNvPr id="502" name="Google Shape;502;p22"/>
          <p:cNvPicPr preferRelativeResize="0"/>
          <p:nvPr/>
        </p:nvPicPr>
        <p:blipFill rotWithShape="1">
          <a:blip r:embed="rId1"/>
          <a:srcRect l="6835" t="6835" r="6835" b="6835"/>
          <a:stretch>
            <a:fillRect/>
          </a:stretch>
        </p:blipFill>
        <p:spPr>
          <a:xfrm>
            <a:off x="6694024" y="3487843"/>
            <a:ext cx="4911336" cy="2646257"/>
          </a:xfrm>
          <a:prstGeom prst="rect">
            <a:avLst/>
          </a:prstGeom>
          <a:noFill/>
          <a:ln>
            <a:noFill/>
          </a:ln>
          <a:effectLst>
            <a:outerShdw blurRad="63500" sx="102000" sy="102000" algn="ctr" rotWithShape="0">
              <a:srgbClr val="000000">
                <a:alpha val="40000"/>
              </a:srgbClr>
            </a:outerShdw>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23"/>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08" name="Google Shape;508;p23"/>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EXTERNAL RECONCILIATION WITH CUSTODIAN – NOSTRO ACCOUNT</a:t>
            </a:r>
            <a:endParaRPr lang="en-US"/>
          </a:p>
        </p:txBody>
      </p:sp>
      <p:grpSp>
        <p:nvGrpSpPr>
          <p:cNvPr id="509" name="Google Shape;509;p23"/>
          <p:cNvGrpSpPr/>
          <p:nvPr/>
        </p:nvGrpSpPr>
        <p:grpSpPr>
          <a:xfrm>
            <a:off x="781050" y="1143000"/>
            <a:ext cx="10915650" cy="2248990"/>
            <a:chOff x="781050" y="1143000"/>
            <a:chExt cx="10915650" cy="2248990"/>
          </a:xfrm>
        </p:grpSpPr>
        <p:sp>
          <p:nvSpPr>
            <p:cNvPr id="510" name="Google Shape;510;p23"/>
            <p:cNvSpPr/>
            <p:nvPr/>
          </p:nvSpPr>
          <p:spPr>
            <a:xfrm>
              <a:off x="781050" y="1943645"/>
              <a:ext cx="647700" cy="647700"/>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04</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511" name="Google Shape;511;p23"/>
            <p:cNvSpPr/>
            <p:nvPr/>
          </p:nvSpPr>
          <p:spPr>
            <a:xfrm>
              <a:off x="1715590" y="1143000"/>
              <a:ext cx="9981110" cy="2248990"/>
            </a:xfrm>
            <a:prstGeom prst="roundRect">
              <a:avLst>
                <a:gd name="adj" fmla="val 4354"/>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Through the process of reconciliation, banks can track the status of: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Cash received/receivable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Amount paid/payable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Track unsettled transactions either in mirror or in actual Nostro accounts</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For instance, banks can ensure that their interbank cash flows from FX Spot, FX Forward, FX , Swaps, borrowings, placements, derivative have settled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Reconciliation helps in identifying unsettled/ discrepancy and transactions and helps in quick remedial action</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512" name="Google Shape;512;p23"/>
          <p:cNvGrpSpPr/>
          <p:nvPr/>
        </p:nvGrpSpPr>
        <p:grpSpPr>
          <a:xfrm>
            <a:off x="781050" y="3587931"/>
            <a:ext cx="10915650" cy="1727020"/>
            <a:chOff x="781050" y="3257120"/>
            <a:chExt cx="10915650" cy="1727020"/>
          </a:xfrm>
        </p:grpSpPr>
        <p:sp>
          <p:nvSpPr>
            <p:cNvPr id="513" name="Google Shape;513;p23"/>
            <p:cNvSpPr/>
            <p:nvPr/>
          </p:nvSpPr>
          <p:spPr>
            <a:xfrm>
              <a:off x="781050" y="3788071"/>
              <a:ext cx="647700" cy="6477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05</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514" name="Google Shape;514;p23"/>
            <p:cNvSpPr/>
            <p:nvPr/>
          </p:nvSpPr>
          <p:spPr>
            <a:xfrm>
              <a:off x="1715590" y="3257120"/>
              <a:ext cx="9981110" cy="1727020"/>
            </a:xfrm>
            <a:prstGeom prst="roundRect">
              <a:avLst>
                <a:gd name="adj" fmla="val 5860"/>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Nostro Credit entries/Statement Credit are reconciled against internal debit entries/Ledger debit. Nostro Credit may arise due to:</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Payments received on behalf of customers</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Interest amount credited to nostro account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Receipts from interbank deals</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515" name="Google Shape;515;p23"/>
          <p:cNvGrpSpPr/>
          <p:nvPr/>
        </p:nvGrpSpPr>
        <p:grpSpPr>
          <a:xfrm>
            <a:off x="781050" y="5510891"/>
            <a:ext cx="10915650" cy="647700"/>
            <a:chOff x="781050" y="5510891"/>
            <a:chExt cx="10915650" cy="647700"/>
          </a:xfrm>
        </p:grpSpPr>
        <p:sp>
          <p:nvSpPr>
            <p:cNvPr id="516" name="Google Shape;516;p23"/>
            <p:cNvSpPr/>
            <p:nvPr/>
          </p:nvSpPr>
          <p:spPr>
            <a:xfrm>
              <a:off x="781050" y="5510891"/>
              <a:ext cx="647700" cy="6477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06</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517" name="Google Shape;517;p23"/>
            <p:cNvSpPr/>
            <p:nvPr/>
          </p:nvSpPr>
          <p:spPr>
            <a:xfrm>
              <a:off x="1715590" y="5538879"/>
              <a:ext cx="9981110" cy="595221"/>
            </a:xfrm>
            <a:prstGeom prst="roundRect">
              <a:avLst>
                <a:gd name="adj" fmla="val 14020"/>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Ensure that all the receipt settlements are acted upon by the correspondent bank and are reflected in the Nostro statement accordingly </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24"/>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23" name="Google Shape;523;p24"/>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EXTERNAL RECONCILIATION WITH CUSTODIAN – NOSTRO ACCOUNT</a:t>
            </a:r>
            <a:endParaRPr lang="en-US"/>
          </a:p>
        </p:txBody>
      </p:sp>
      <p:grpSp>
        <p:nvGrpSpPr>
          <p:cNvPr id="524" name="Google Shape;524;p24"/>
          <p:cNvGrpSpPr/>
          <p:nvPr/>
        </p:nvGrpSpPr>
        <p:grpSpPr>
          <a:xfrm>
            <a:off x="781050" y="1143000"/>
            <a:ext cx="10915650" cy="1526176"/>
            <a:chOff x="781050" y="1504407"/>
            <a:chExt cx="10915650" cy="1526176"/>
          </a:xfrm>
        </p:grpSpPr>
        <p:sp>
          <p:nvSpPr>
            <p:cNvPr id="525" name="Google Shape;525;p24"/>
            <p:cNvSpPr/>
            <p:nvPr/>
          </p:nvSpPr>
          <p:spPr>
            <a:xfrm>
              <a:off x="781050" y="1943645"/>
              <a:ext cx="647700" cy="647700"/>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07</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526" name="Google Shape;526;p24"/>
            <p:cNvSpPr/>
            <p:nvPr/>
          </p:nvSpPr>
          <p:spPr>
            <a:xfrm>
              <a:off x="1715590" y="1504407"/>
              <a:ext cx="9981110" cy="1526176"/>
            </a:xfrm>
            <a:prstGeom prst="roundRect">
              <a:avLst>
                <a:gd name="adj" fmla="val 4354"/>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Nostro debit entries are reconciled against the internal credit entries/Ledger credit. Nostro debits may arise due to:</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Honoring the payment messages sent by the bank/payment of draft issued by the bank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Charges debited in the Nostro accounts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Payments on account of interbank deals</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527" name="Google Shape;527;p24"/>
          <p:cNvGrpSpPr/>
          <p:nvPr/>
        </p:nvGrpSpPr>
        <p:grpSpPr>
          <a:xfrm>
            <a:off x="781050" y="2762795"/>
            <a:ext cx="10915650" cy="1526176"/>
            <a:chOff x="781050" y="1504407"/>
            <a:chExt cx="10915650" cy="1526176"/>
          </a:xfrm>
        </p:grpSpPr>
        <p:sp>
          <p:nvSpPr>
            <p:cNvPr id="528" name="Google Shape;528;p24"/>
            <p:cNvSpPr/>
            <p:nvPr/>
          </p:nvSpPr>
          <p:spPr>
            <a:xfrm>
              <a:off x="781050" y="1943645"/>
              <a:ext cx="647700" cy="6477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08</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529" name="Google Shape;529;p24"/>
            <p:cNvSpPr/>
            <p:nvPr/>
          </p:nvSpPr>
          <p:spPr>
            <a:xfrm>
              <a:off x="1715590" y="1504407"/>
              <a:ext cx="9981110" cy="1526176"/>
            </a:xfrm>
            <a:prstGeom prst="roundRect">
              <a:avLst>
                <a:gd name="adj" fmla="val 4354"/>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Nostro Breaks Reasons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Investment bank makes a payment to the client but the Nostro bank does not debit the account for the payment due to insufficient cash balance in the account.</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Client pays incorrectly to the IB’s Nostro account which does not match any transactions that the IB has entered into.</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530" name="Google Shape;530;p24"/>
          <p:cNvGrpSpPr/>
          <p:nvPr/>
        </p:nvGrpSpPr>
        <p:grpSpPr>
          <a:xfrm>
            <a:off x="781050" y="4382590"/>
            <a:ext cx="10915650" cy="1751510"/>
            <a:chOff x="781050" y="1279073"/>
            <a:chExt cx="10915650" cy="1751510"/>
          </a:xfrm>
        </p:grpSpPr>
        <p:sp>
          <p:nvSpPr>
            <p:cNvPr id="531" name="Google Shape;531;p24"/>
            <p:cNvSpPr/>
            <p:nvPr/>
          </p:nvSpPr>
          <p:spPr>
            <a:xfrm>
              <a:off x="781050" y="1830978"/>
              <a:ext cx="647700" cy="6477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09</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532" name="Google Shape;532;p24"/>
            <p:cNvSpPr/>
            <p:nvPr/>
          </p:nvSpPr>
          <p:spPr>
            <a:xfrm>
              <a:off x="1715590" y="1279073"/>
              <a:ext cx="9981110" cy="1751510"/>
            </a:xfrm>
            <a:prstGeom prst="roundRect">
              <a:avLst>
                <a:gd name="adj" fmla="val 4354"/>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Nostro Breaks Example – Ledger and Statement Breaks examples</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graphicFrame>
        <p:nvGraphicFramePr>
          <p:cNvPr id="533" name="Google Shape;533;p24"/>
          <p:cNvGraphicFramePr/>
          <p:nvPr/>
        </p:nvGraphicFramePr>
        <p:xfrm>
          <a:off x="1875608" y="4847913"/>
          <a:ext cx="9680650" cy="1188630"/>
        </p:xfrm>
        <a:graphic>
          <a:graphicData uri="http://schemas.openxmlformats.org/drawingml/2006/table">
            <a:tbl>
              <a:tblPr>
                <a:noFill/>
                <a:tableStyleId>{6FFFF4B0-7B49-4BC8-BD6B-026443BFF4D6}</a:tableStyleId>
              </a:tblPr>
              <a:tblGrid>
                <a:gridCol w="4840325"/>
                <a:gridCol w="4840325"/>
              </a:tblGrid>
              <a:tr h="340550">
                <a:tc>
                  <a:txBody>
                    <a:bodyPr/>
                    <a:lstStyle/>
                    <a:p>
                      <a:pPr marL="0" marR="0" lvl="0" indent="0" algn="l" rtl="0">
                        <a:spcBef>
                          <a:spcPts val="0"/>
                        </a:spcBef>
                        <a:spcAft>
                          <a:spcPts val="0"/>
                        </a:spcAft>
                        <a:buClr>
                          <a:schemeClr val="dk1"/>
                        </a:buClr>
                        <a:buSzPts val="1400"/>
                        <a:buFont typeface="Arial" panose="020B0604020202020204"/>
                        <a:buNone/>
                      </a:pPr>
                      <a:r>
                        <a:rPr lang="en-US" sz="1400" b="1" u="none" strike="noStrike" cap="none"/>
                        <a:t>Ledger</a:t>
                      </a:r>
                      <a:endParaRPr sz="1400" b="1" u="none" strike="noStrike" cap="none"/>
                    </a:p>
                  </a:txBody>
                  <a:tcPr marL="91425" marR="91425" marT="91425" marB="914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panose="020B0604020202020204"/>
                        <a:buNone/>
                      </a:pPr>
                      <a:r>
                        <a:rPr lang="en-US" sz="1400" b="1" u="none" strike="noStrike" cap="none"/>
                        <a:t>Statement</a:t>
                      </a:r>
                      <a:endParaRPr sz="1400" b="1" u="none" strike="noStrike" cap="none"/>
                    </a:p>
                  </a:txBody>
                  <a:tcPr marL="91425" marR="91425" marT="91425" marB="914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r>
              <a:tr h="340550">
                <a:tc>
                  <a:txBody>
                    <a:bodyPr/>
                    <a:lstStyle/>
                    <a:p>
                      <a:pPr marL="0" marR="0" lvl="0" indent="0" algn="l" rtl="0">
                        <a:spcBef>
                          <a:spcPts val="0"/>
                        </a:spcBef>
                        <a:spcAft>
                          <a:spcPts val="0"/>
                        </a:spcAft>
                        <a:buClr>
                          <a:schemeClr val="dk1"/>
                        </a:buClr>
                        <a:buSzPts val="1400"/>
                        <a:buFont typeface="Arial" panose="020B0604020202020204"/>
                        <a:buNone/>
                      </a:pPr>
                      <a:r>
                        <a:rPr lang="en-US" sz="1400" u="none" strike="noStrike" cap="none"/>
                        <a:t>(+) $1,000,000</a:t>
                      </a:r>
                      <a:endParaRPr sz="1400" u="none" strike="noStrike" cap="none"/>
                    </a:p>
                  </a:txBody>
                  <a:tcPr marL="91425" marR="91425" marT="91425" marB="914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panose="020B0604020202020204"/>
                        <a:buNone/>
                      </a:pPr>
                      <a:r>
                        <a:rPr lang="en-US" sz="1400" u="none" strike="noStrike" cap="none"/>
                        <a:t>NO ENTRIES</a:t>
                      </a:r>
                      <a:endParaRPr sz="1400" u="none" strike="noStrike" cap="none"/>
                    </a:p>
                  </a:txBody>
                  <a:tcPr marL="91425" marR="91425" marT="91425" marB="914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r>
              <a:tr h="340550">
                <a:tc>
                  <a:txBody>
                    <a:bodyPr/>
                    <a:lstStyle/>
                    <a:p>
                      <a:pPr marL="0" marR="0" lvl="0" indent="0" algn="l" rtl="0">
                        <a:spcBef>
                          <a:spcPts val="0"/>
                        </a:spcBef>
                        <a:spcAft>
                          <a:spcPts val="0"/>
                        </a:spcAft>
                        <a:buClr>
                          <a:schemeClr val="dk1"/>
                        </a:buClr>
                        <a:buSzPts val="1400"/>
                        <a:buFont typeface="Arial" panose="020B0604020202020204"/>
                        <a:buNone/>
                      </a:pPr>
                      <a:r>
                        <a:rPr lang="en-US" sz="1400" u="none" strike="noStrike" cap="none"/>
                        <a:t>NO ENTRIES</a:t>
                      </a:r>
                      <a:endParaRPr sz="1400" u="none" strike="noStrike" cap="none"/>
                    </a:p>
                  </a:txBody>
                  <a:tcPr marL="91425" marR="91425" marT="91425" marB="914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100"/>
                        <a:buFont typeface="Arial" panose="020B0604020202020204"/>
                        <a:buNone/>
                      </a:pPr>
                      <a:r>
                        <a:rPr lang="en-US" sz="1400" u="none" strike="noStrike" cap="none">
                          <a:solidFill>
                            <a:schemeClr val="dk1"/>
                          </a:solidFill>
                        </a:rPr>
                        <a:t>(+) $7,000,000</a:t>
                      </a:r>
                      <a:endParaRPr sz="1400" u="none" strike="noStrike" cap="none"/>
                    </a:p>
                  </a:txBody>
                  <a:tcPr marL="91425" marR="91425" marT="91425" marB="914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25"/>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39" name="Google Shape;539;p25"/>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EXTERNAL RECONCILIATION WITH CUSTODIAN – DEPOT ACCOUNT</a:t>
            </a:r>
            <a:endParaRPr lang="en-US"/>
          </a:p>
        </p:txBody>
      </p:sp>
      <p:grpSp>
        <p:nvGrpSpPr>
          <p:cNvPr id="540" name="Google Shape;540;p25"/>
          <p:cNvGrpSpPr/>
          <p:nvPr/>
        </p:nvGrpSpPr>
        <p:grpSpPr>
          <a:xfrm>
            <a:off x="781050" y="1143000"/>
            <a:ext cx="10915650" cy="1526176"/>
            <a:chOff x="781050" y="1504407"/>
            <a:chExt cx="10915650" cy="1526176"/>
          </a:xfrm>
        </p:grpSpPr>
        <p:sp>
          <p:nvSpPr>
            <p:cNvPr id="541" name="Google Shape;541;p25"/>
            <p:cNvSpPr/>
            <p:nvPr/>
          </p:nvSpPr>
          <p:spPr>
            <a:xfrm>
              <a:off x="781050" y="1943645"/>
              <a:ext cx="647700" cy="647700"/>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01</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542" name="Google Shape;542;p25"/>
            <p:cNvSpPr/>
            <p:nvPr/>
          </p:nvSpPr>
          <p:spPr>
            <a:xfrm>
              <a:off x="1715590" y="1504407"/>
              <a:ext cx="9981110" cy="1526176"/>
            </a:xfrm>
            <a:prstGeom prst="roundRect">
              <a:avLst>
                <a:gd name="adj" fmla="val 4354"/>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Positions are reconciled to ensure positions/holdings are matching Internally (Trading system, accounting system and risk system) and </a:t>
              </a:r>
              <a:r>
                <a:rPr lang="en-US" sz="1800" b="1">
                  <a:solidFill>
                    <a:schemeClr val="dk1"/>
                  </a:solidFill>
                  <a:latin typeface="Arial" panose="020B0604020202020204"/>
                  <a:ea typeface="Arial" panose="020B0604020202020204"/>
                  <a:cs typeface="Arial" panose="020B0604020202020204"/>
                  <a:sym typeface="Arial" panose="020B0604020202020204"/>
                </a:rPr>
                <a:t>Externally</a:t>
              </a:r>
              <a:r>
                <a:rPr lang="en-US" sz="1800">
                  <a:solidFill>
                    <a:schemeClr val="dk1"/>
                  </a:solidFill>
                  <a:latin typeface="Arial" panose="020B0604020202020204"/>
                  <a:ea typeface="Arial" panose="020B0604020202020204"/>
                  <a:cs typeface="Arial" panose="020B0604020202020204"/>
                  <a:sym typeface="Arial" panose="020B0604020202020204"/>
                </a:rPr>
                <a:t> (Accounting vs Custodian books) on a daily basis. </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543" name="Google Shape;543;p25"/>
          <p:cNvGrpSpPr/>
          <p:nvPr/>
        </p:nvGrpSpPr>
        <p:grpSpPr>
          <a:xfrm>
            <a:off x="781050" y="2762795"/>
            <a:ext cx="10915650" cy="2244634"/>
            <a:chOff x="781050" y="1504407"/>
            <a:chExt cx="10915650" cy="2244634"/>
          </a:xfrm>
        </p:grpSpPr>
        <p:sp>
          <p:nvSpPr>
            <p:cNvPr id="544" name="Google Shape;544;p25"/>
            <p:cNvSpPr/>
            <p:nvPr/>
          </p:nvSpPr>
          <p:spPr>
            <a:xfrm>
              <a:off x="781050" y="1943645"/>
              <a:ext cx="647700" cy="6477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02</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545" name="Google Shape;545;p25"/>
            <p:cNvSpPr/>
            <p:nvPr/>
          </p:nvSpPr>
          <p:spPr>
            <a:xfrm>
              <a:off x="1715590" y="1504407"/>
              <a:ext cx="9981110" cy="2244634"/>
            </a:xfrm>
            <a:prstGeom prst="roundRect">
              <a:avLst>
                <a:gd name="adj" fmla="val 4354"/>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Risk of Not Performing Reconciliations Failure to perform position recon can lead to: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Missed trade: Either the Investment manager or the custodian can miss recording trade or other transaction like dividend, interest etc. If this situation is not resolved the market value of the fund is not correct and the NAV of the portfolio can be misrepresented to clients, participants and portfolio managers.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Booking error: Trade incorrectly booked by custodian/Investment manager (Buy v/s Sell, Incorrect quantity, price etc.).</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grpSp>
        <p:nvGrpSpPr>
          <p:cNvPr id="546" name="Google Shape;546;p25"/>
          <p:cNvGrpSpPr/>
          <p:nvPr/>
        </p:nvGrpSpPr>
        <p:grpSpPr>
          <a:xfrm>
            <a:off x="781050" y="5101048"/>
            <a:ext cx="10915650" cy="1033052"/>
            <a:chOff x="781050" y="2245726"/>
            <a:chExt cx="10915650" cy="1033052"/>
          </a:xfrm>
        </p:grpSpPr>
        <p:sp>
          <p:nvSpPr>
            <p:cNvPr id="547" name="Google Shape;547;p25"/>
            <p:cNvSpPr/>
            <p:nvPr/>
          </p:nvSpPr>
          <p:spPr>
            <a:xfrm>
              <a:off x="781050" y="2438402"/>
              <a:ext cx="647700" cy="6477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03</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548" name="Google Shape;548;p25"/>
            <p:cNvSpPr/>
            <p:nvPr/>
          </p:nvSpPr>
          <p:spPr>
            <a:xfrm>
              <a:off x="1715590" y="2245726"/>
              <a:ext cx="9981110" cy="1033052"/>
            </a:xfrm>
            <a:prstGeom prst="roundRect">
              <a:avLst>
                <a:gd name="adj" fmla="val 7726"/>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Financial and reputational issues: As the price of the security would have moved with the moving market, fixing the error at a later point in time could lead to losses and sometimes could damage the reputation.</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26"/>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54" name="Google Shape;554;p26"/>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EXTERNAL RECONCILIATION WITH CUSTODIAN – DEPOT ACCOUNT</a:t>
            </a:r>
            <a:endParaRPr lang="en-US"/>
          </a:p>
        </p:txBody>
      </p:sp>
      <p:grpSp>
        <p:nvGrpSpPr>
          <p:cNvPr id="555" name="Google Shape;555;p26"/>
          <p:cNvGrpSpPr/>
          <p:nvPr/>
        </p:nvGrpSpPr>
        <p:grpSpPr>
          <a:xfrm>
            <a:off x="781050" y="1143000"/>
            <a:ext cx="10915650" cy="1526176"/>
            <a:chOff x="781050" y="1504407"/>
            <a:chExt cx="10915650" cy="1526176"/>
          </a:xfrm>
        </p:grpSpPr>
        <p:sp>
          <p:nvSpPr>
            <p:cNvPr id="556" name="Google Shape;556;p26"/>
            <p:cNvSpPr/>
            <p:nvPr/>
          </p:nvSpPr>
          <p:spPr>
            <a:xfrm>
              <a:off x="781050" y="1943645"/>
              <a:ext cx="647700" cy="647700"/>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04</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557" name="Google Shape;557;p26"/>
            <p:cNvSpPr/>
            <p:nvPr/>
          </p:nvSpPr>
          <p:spPr>
            <a:xfrm>
              <a:off x="1715590" y="1504407"/>
              <a:ext cx="9981110" cy="1526176"/>
            </a:xfrm>
            <a:prstGeom prst="roundRect">
              <a:avLst>
                <a:gd name="adj" fmla="val 4354"/>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Depot Beaks Reasons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Securities not released to CP/Client due to insufficient shares in the depot account.</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Securities received without trade being booked into the system.</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pSp>
      <p:sp>
        <p:nvSpPr>
          <p:cNvPr id="558" name="Google Shape;558;p26"/>
          <p:cNvSpPr/>
          <p:nvPr/>
        </p:nvSpPr>
        <p:spPr>
          <a:xfrm>
            <a:off x="781050" y="4124596"/>
            <a:ext cx="647700" cy="647700"/>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05</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559" name="Google Shape;559;p26"/>
          <p:cNvSpPr/>
          <p:nvPr/>
        </p:nvSpPr>
        <p:spPr>
          <a:xfrm>
            <a:off x="1715590" y="2762794"/>
            <a:ext cx="9981110" cy="3371305"/>
          </a:xfrm>
          <a:prstGeom prst="roundRect">
            <a:avLst>
              <a:gd name="adj" fmla="val 4354"/>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panose="020B0604020202020204"/>
                <a:ea typeface="Arial" panose="020B0604020202020204"/>
                <a:cs typeface="Arial" panose="020B0604020202020204"/>
                <a:sym typeface="Arial" panose="020B0604020202020204"/>
              </a:rPr>
              <a:t>Depot Breaks Example –</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graphicFrame>
        <p:nvGraphicFramePr>
          <p:cNvPr id="560" name="Google Shape;560;p26"/>
          <p:cNvGraphicFramePr/>
          <p:nvPr/>
        </p:nvGraphicFramePr>
        <p:xfrm>
          <a:off x="1881323" y="3265714"/>
          <a:ext cx="9649650" cy="2769300"/>
        </p:xfrm>
        <a:graphic>
          <a:graphicData uri="http://schemas.openxmlformats.org/drawingml/2006/table">
            <a:tbl>
              <a:tblPr>
                <a:noFill/>
                <a:tableStyleId>{6FFFF4B0-7B49-4BC8-BD6B-026443BFF4D6}</a:tableStyleId>
              </a:tblPr>
              <a:tblGrid>
                <a:gridCol w="4824825"/>
                <a:gridCol w="4824825"/>
              </a:tblGrid>
              <a:tr h="923100">
                <a:tc>
                  <a:txBody>
                    <a:bodyPr/>
                    <a:lstStyle/>
                    <a:p>
                      <a:pPr marL="0" marR="0" lvl="0" indent="0" algn="l" rtl="0">
                        <a:spcBef>
                          <a:spcPts val="0"/>
                        </a:spcBef>
                        <a:spcAft>
                          <a:spcPts val="0"/>
                        </a:spcAft>
                        <a:buClr>
                          <a:schemeClr val="dk1"/>
                        </a:buClr>
                        <a:buSzPts val="1800"/>
                        <a:buFont typeface="Arial" panose="020B0604020202020204"/>
                        <a:buNone/>
                      </a:pPr>
                      <a:r>
                        <a:rPr lang="en-US" sz="1800" b="1" u="none" strike="noStrike" cap="none">
                          <a:solidFill>
                            <a:schemeClr val="dk1"/>
                          </a:solidFill>
                        </a:rPr>
                        <a:t>Ledger </a:t>
                      </a:r>
                      <a:endParaRPr sz="1800" b="1" u="none" strike="noStrike" cap="none">
                        <a:solidFill>
                          <a:schemeClr val="dk1"/>
                        </a:solidFill>
                      </a:endParaRPr>
                    </a:p>
                  </a:txBody>
                  <a:tcPr marL="91425" marR="91425" marT="91425" marB="914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panose="020B0604020202020204"/>
                        <a:buNone/>
                      </a:pPr>
                      <a:r>
                        <a:rPr lang="en-US" sz="1800" b="1" u="none" strike="noStrike" cap="none">
                          <a:solidFill>
                            <a:schemeClr val="dk1"/>
                          </a:solidFill>
                        </a:rPr>
                        <a:t>Statement</a:t>
                      </a:r>
                      <a:endParaRPr sz="1800" b="1" u="none" strike="noStrike" cap="none">
                        <a:solidFill>
                          <a:schemeClr val="dk1"/>
                        </a:solidFill>
                      </a:endParaRPr>
                    </a:p>
                  </a:txBody>
                  <a:tcPr marL="91425" marR="91425" marT="91425" marB="91425" anchor="ctr">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r>
              <a:tr h="923100">
                <a:tc>
                  <a:txBody>
                    <a:bodyPr/>
                    <a:lstStyle/>
                    <a:p>
                      <a:pPr marL="0" marR="0" lvl="0" indent="0" algn="l" rtl="0">
                        <a:spcBef>
                          <a:spcPts val="0"/>
                        </a:spcBef>
                        <a:spcAft>
                          <a:spcPts val="0"/>
                        </a:spcAft>
                        <a:buClr>
                          <a:schemeClr val="dk1"/>
                        </a:buClr>
                        <a:buSzPts val="1800"/>
                        <a:buFont typeface="Arial" panose="020B0604020202020204"/>
                        <a:buNone/>
                      </a:pPr>
                      <a:r>
                        <a:rPr lang="en-US" sz="1800" u="none" strike="noStrike" cap="none">
                          <a:solidFill>
                            <a:schemeClr val="dk1"/>
                          </a:solidFill>
                        </a:rPr>
                        <a:t>10,000 shrs of Tesla Cr.</a:t>
                      </a:r>
                      <a:endParaRPr sz="1800" u="none" strike="noStrike" cap="none">
                        <a:solidFill>
                          <a:schemeClr val="dk1"/>
                        </a:solidFill>
                      </a:endParaRPr>
                    </a:p>
                  </a:txBody>
                  <a:tcPr marL="91425" marR="91425" marT="91425" marB="914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panose="020B0604020202020204"/>
                        <a:buNone/>
                      </a:pPr>
                      <a:r>
                        <a:rPr lang="en-US" sz="1800" u="none" strike="noStrike" cap="none">
                          <a:solidFill>
                            <a:schemeClr val="dk1"/>
                          </a:solidFill>
                        </a:rPr>
                        <a:t>9,500 shrs of Tesla Dr.</a:t>
                      </a:r>
                      <a:endParaRPr sz="1800" u="none" strike="noStrike" cap="none">
                        <a:solidFill>
                          <a:schemeClr val="dk1"/>
                        </a:solidFill>
                      </a:endParaRPr>
                    </a:p>
                  </a:txBody>
                  <a:tcPr marL="91425" marR="91425" marT="91425" marB="914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r>
              <a:tr h="923100">
                <a:tc>
                  <a:txBody>
                    <a:bodyPr/>
                    <a:lstStyle/>
                    <a:p>
                      <a:pPr marL="0" marR="0" lvl="0" indent="0" algn="l" rtl="0">
                        <a:spcBef>
                          <a:spcPts val="0"/>
                        </a:spcBef>
                        <a:spcAft>
                          <a:spcPts val="0"/>
                        </a:spcAft>
                        <a:buClr>
                          <a:schemeClr val="dk1"/>
                        </a:buClr>
                        <a:buSzPts val="1800"/>
                        <a:buFont typeface="Arial" panose="020B0604020202020204"/>
                        <a:buNone/>
                      </a:pPr>
                      <a:r>
                        <a:rPr lang="en-US" sz="1800" u="none" strike="noStrike" cap="none">
                          <a:solidFill>
                            <a:schemeClr val="dk1"/>
                          </a:solidFill>
                        </a:rPr>
                        <a:t>NO ENTRIES</a:t>
                      </a:r>
                      <a:endParaRPr sz="1800" u="none" strike="noStrike" cap="none">
                        <a:solidFill>
                          <a:schemeClr val="dk1"/>
                        </a:solidFill>
                      </a:endParaRPr>
                    </a:p>
                  </a:txBody>
                  <a:tcPr marL="91425" marR="91425" marT="91425" marB="914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panose="020B0604020202020204"/>
                        <a:buNone/>
                      </a:pPr>
                      <a:r>
                        <a:rPr lang="en-US" sz="1800" u="none" strike="noStrike" cap="none">
                          <a:solidFill>
                            <a:schemeClr val="dk1"/>
                          </a:solidFill>
                        </a:rPr>
                        <a:t>5,150 shrs of Apple Cr.</a:t>
                      </a:r>
                      <a:endParaRPr sz="1800" u="none" strike="noStrike" cap="none">
                        <a:solidFill>
                          <a:schemeClr val="dk1"/>
                        </a:solidFill>
                      </a:endParaRPr>
                    </a:p>
                  </a:txBody>
                  <a:tcPr marL="91425" marR="91425" marT="91425" marB="914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27"/>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66" name="Google Shape;566;p27"/>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EXCHANGE AND OTC RECONCILIATION</a:t>
            </a:r>
            <a:endParaRPr lang="en-US"/>
          </a:p>
        </p:txBody>
      </p:sp>
      <p:sp>
        <p:nvSpPr>
          <p:cNvPr id="567" name="Google Shape;567;p27"/>
          <p:cNvSpPr/>
          <p:nvPr/>
        </p:nvSpPr>
        <p:spPr>
          <a:xfrm>
            <a:off x="781050" y="1943645"/>
            <a:ext cx="647700" cy="647700"/>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01</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568" name="Google Shape;568;p27"/>
          <p:cNvSpPr/>
          <p:nvPr/>
        </p:nvSpPr>
        <p:spPr>
          <a:xfrm>
            <a:off x="1715590" y="1143000"/>
            <a:ext cx="6426924" cy="2248990"/>
          </a:xfrm>
          <a:prstGeom prst="roundRect">
            <a:avLst>
              <a:gd name="adj" fmla="val 4354"/>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a:solidFill>
                  <a:schemeClr val="dk1"/>
                </a:solidFill>
                <a:latin typeface="Arial" panose="020B0604020202020204"/>
                <a:ea typeface="Arial" panose="020B0604020202020204"/>
                <a:cs typeface="Arial" panose="020B0604020202020204"/>
                <a:sym typeface="Arial" panose="020B0604020202020204"/>
              </a:rPr>
              <a:t>Exchange Reconciliation</a:t>
            </a:r>
            <a:endParaRPr lang="en-US" sz="1800" b="1">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This type of reconciliation is done between Middle Office and stock exchange systems. This is to ensure that no order (parent or child order) is missing in the bank’s internal system. If orders are missing - this reconciliation will highlight any missing orders and the MO team has to work with FO Tech to ensure all trades have flown down into the systems.</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sp>
        <p:nvSpPr>
          <p:cNvPr id="569" name="Google Shape;569;p27"/>
          <p:cNvSpPr/>
          <p:nvPr/>
        </p:nvSpPr>
        <p:spPr>
          <a:xfrm>
            <a:off x="4335236" y="4516485"/>
            <a:ext cx="647700" cy="647700"/>
          </a:xfrm>
          <a:prstGeom prst="ellipse">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lt1"/>
                </a:solidFill>
                <a:latin typeface="Arial" panose="020B0604020202020204"/>
                <a:ea typeface="Arial" panose="020B0604020202020204"/>
                <a:cs typeface="Arial" panose="020B0604020202020204"/>
                <a:sym typeface="Arial" panose="020B0604020202020204"/>
              </a:rPr>
              <a:t>02</a:t>
            </a:r>
            <a:endParaRPr sz="1800" b="1">
              <a:solidFill>
                <a:schemeClr val="lt1"/>
              </a:solidFill>
              <a:latin typeface="Arial" panose="020B0604020202020204"/>
              <a:ea typeface="Arial" panose="020B0604020202020204"/>
              <a:cs typeface="Arial" panose="020B0604020202020204"/>
              <a:sym typeface="Arial" panose="020B0604020202020204"/>
            </a:endParaRPr>
          </a:p>
        </p:txBody>
      </p:sp>
      <p:sp>
        <p:nvSpPr>
          <p:cNvPr id="570" name="Google Shape;570;p27"/>
          <p:cNvSpPr/>
          <p:nvPr/>
        </p:nvSpPr>
        <p:spPr>
          <a:xfrm>
            <a:off x="5269776" y="3715840"/>
            <a:ext cx="6426924" cy="2248990"/>
          </a:xfrm>
          <a:prstGeom prst="roundRect">
            <a:avLst>
              <a:gd name="adj" fmla="val 4354"/>
            </a:avLst>
          </a:prstGeom>
          <a:noFill/>
          <a:ln w="12700"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b="1">
                <a:solidFill>
                  <a:schemeClr val="dk1"/>
                </a:solidFill>
                <a:latin typeface="Arial" panose="020B0604020202020204"/>
                <a:ea typeface="Arial" panose="020B0604020202020204"/>
                <a:cs typeface="Arial" panose="020B0604020202020204"/>
                <a:sym typeface="Arial" panose="020B0604020202020204"/>
              </a:rPr>
              <a:t>OTC Reconciliation</a:t>
            </a:r>
            <a:endParaRPr lang="en-US" sz="1800" b="1">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There are several reconciliations done when an IB enters into a OTC transaction. </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56134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First the trade needs to be reported to the CCP within 15 - 30 mins. of entering into the transaction.</a:t>
            </a:r>
            <a:endParaRPr lang="en-US" sz="1800">
              <a:solidFill>
                <a:schemeClr val="dk1"/>
              </a:solidFill>
              <a:latin typeface="Arial" panose="020B0604020202020204"/>
              <a:ea typeface="Arial" panose="020B0604020202020204"/>
              <a:cs typeface="Arial" panose="020B0604020202020204"/>
              <a:sym typeface="Arial" panose="020B0604020202020204"/>
            </a:endParaRPr>
          </a:p>
          <a:p>
            <a:pPr marL="561340" marR="0" lvl="0" indent="-285750" algn="l" rtl="0">
              <a:spcBef>
                <a:spcPts val="0"/>
              </a:spcBef>
              <a:spcAft>
                <a:spcPts val="0"/>
              </a:spcAft>
              <a:buClr>
                <a:schemeClr val="dk1"/>
              </a:buClr>
              <a:buSzPts val="1800"/>
              <a:buFont typeface="Arial" panose="020B0604020202020204"/>
              <a:buChar char="•"/>
            </a:pPr>
            <a:r>
              <a:rPr lang="en-US" sz="1800">
                <a:solidFill>
                  <a:schemeClr val="dk1"/>
                </a:solidFill>
                <a:latin typeface="Arial" panose="020B0604020202020204"/>
                <a:ea typeface="Arial" panose="020B0604020202020204"/>
                <a:cs typeface="Arial" panose="020B0604020202020204"/>
                <a:sym typeface="Arial" panose="020B0604020202020204"/>
              </a:rPr>
              <a:t>At EOD all transactions that were reported at BOD are reconciled to ensure that no transactions are missing.</a:t>
            </a:r>
            <a:endParaRPr lang="en-US" sz="18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28"/>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76" name="Google Shape;576;p28"/>
          <p:cNvSpPr txBox="1">
            <a:spLocks noGrp="1"/>
          </p:cNvSpPr>
          <p:nvPr>
            <p:ph type="title"/>
          </p:nvPr>
        </p:nvSpPr>
        <p:spPr>
          <a:xfrm>
            <a:off x="700088" y="404813"/>
            <a:ext cx="8548687" cy="7159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23F4F"/>
              </a:buClr>
              <a:buSzPts val="2200"/>
              <a:buFont typeface="Arial" panose="020B0604020202020204"/>
              <a:buNone/>
            </a:pPr>
            <a:r>
              <a:rPr lang="en-US"/>
              <a:t>WHY RECONCILIATION?</a:t>
            </a:r>
            <a:endParaRPr lang="en-US"/>
          </a:p>
        </p:txBody>
      </p:sp>
      <p:sp>
        <p:nvSpPr>
          <p:cNvPr id="577" name="Google Shape;577;p28"/>
          <p:cNvSpPr/>
          <p:nvPr/>
        </p:nvSpPr>
        <p:spPr>
          <a:xfrm>
            <a:off x="954383" y="1365868"/>
            <a:ext cx="10488485" cy="4717666"/>
          </a:xfrm>
          <a:prstGeom prst="rect">
            <a:avLst/>
          </a:prstGeom>
          <a:solidFill>
            <a:schemeClr val="lt1"/>
          </a:solidFill>
          <a:ln w="44450" cap="flat" cmpd="sng">
            <a:solidFill>
              <a:schemeClr val="accent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78" name="Google Shape;578;p28"/>
          <p:cNvSpPr/>
          <p:nvPr/>
        </p:nvSpPr>
        <p:spPr>
          <a:xfrm>
            <a:off x="700550" y="1475977"/>
            <a:ext cx="10996150" cy="4658124"/>
          </a:xfrm>
          <a:prstGeom prst="rect">
            <a:avLst/>
          </a:prstGeom>
          <a:solidFill>
            <a:srgbClr val="DDEAF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400"/>
              <a:buFont typeface="Arial" panose="020B0604020202020204"/>
              <a:buNone/>
            </a:pPr>
            <a:endParaRPr sz="2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579" name="Google Shape;579;p28"/>
          <p:cNvSpPr/>
          <p:nvPr/>
        </p:nvSpPr>
        <p:spPr>
          <a:xfrm>
            <a:off x="1111941" y="1148723"/>
            <a:ext cx="2210368" cy="226476"/>
          </a:xfrm>
          <a:prstGeom prst="roundRect">
            <a:avLst>
              <a:gd name="adj" fmla="val 16667"/>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1" i="0" u="none" strike="noStrike" cap="none">
              <a:solidFill>
                <a:srgbClr val="FFFFFF"/>
              </a:solidFill>
              <a:latin typeface="Arial Black" panose="020B0A04020102020204"/>
              <a:ea typeface="Arial Black" panose="020B0A04020102020204"/>
              <a:cs typeface="Arial Black" panose="020B0A04020102020204"/>
              <a:sym typeface="Arial Black" panose="020B0A04020102020204"/>
            </a:endParaRPr>
          </a:p>
        </p:txBody>
      </p:sp>
      <p:sp>
        <p:nvSpPr>
          <p:cNvPr id="580" name="Google Shape;580;p28"/>
          <p:cNvSpPr txBox="1"/>
          <p:nvPr/>
        </p:nvSpPr>
        <p:spPr>
          <a:xfrm>
            <a:off x="918105" y="1598759"/>
            <a:ext cx="10561040" cy="4412560"/>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As we have discussed, a large financial institution does numerous types of reconciliation from Front Office to Back Office. Now let’s look at the reasons why Reconciliation is so important:</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30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Avoiding Fraud - at all steps in the trade life cycle.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30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Accuracy of cash and stock movements.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30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Balancing investment positions.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30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Portfolio Management</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30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Ensuring accuracy of Trades throughout the life cycle of a trade.</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30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Managing Settlement and Reconciliation Risks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30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Matching Bank Statements with Internal Records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l" rtl="0">
              <a:lnSpc>
                <a:spcPct val="150000"/>
              </a:lnSpc>
              <a:spcBef>
                <a:spcPts val="300"/>
              </a:spcBef>
              <a:spcAft>
                <a:spcPts val="0"/>
              </a:spcAft>
              <a:buClr>
                <a:srgbClr val="000000"/>
              </a:buClr>
              <a:buSzPts val="1700"/>
              <a:buFont typeface="Arial" panose="020B0604020202020204"/>
              <a:buChar char="•"/>
            </a:pPr>
            <a:r>
              <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rPr>
              <a:t>Detecting Errors and Unaccounted Transactions</a:t>
            </a:r>
            <a:endParaRPr lang="en-US" sz="18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grpSp>
        <p:nvGrpSpPr>
          <p:cNvPr id="592" name="Google Shape;592;p30"/>
          <p:cNvGrpSpPr/>
          <p:nvPr/>
        </p:nvGrpSpPr>
        <p:grpSpPr>
          <a:xfrm>
            <a:off x="4820748" y="531121"/>
            <a:ext cx="7371252" cy="6326878"/>
            <a:chOff x="4820748" y="531121"/>
            <a:chExt cx="7371252" cy="6326878"/>
          </a:xfrm>
        </p:grpSpPr>
        <p:sp>
          <p:nvSpPr>
            <p:cNvPr id="593" name="Google Shape;593;p30"/>
            <p:cNvSpPr/>
            <p:nvPr/>
          </p:nvSpPr>
          <p:spPr>
            <a:xfrm>
              <a:off x="4820748" y="531121"/>
              <a:ext cx="7371252" cy="6326878"/>
            </a:xfrm>
            <a:custGeom>
              <a:avLst/>
              <a:gdLst/>
              <a:ahLst/>
              <a:cxnLst/>
              <a:rect l="l" t="t" r="r" b="b"/>
              <a:pathLst>
                <a:path w="7371252" h="6326878" extrusionOk="0">
                  <a:moveTo>
                    <a:pt x="4069070" y="0"/>
                  </a:moveTo>
                  <a:cubicBezTo>
                    <a:pt x="5403395" y="0"/>
                    <a:pt x="6587716" y="642250"/>
                    <a:pt x="7329760" y="1634481"/>
                  </a:cubicBezTo>
                  <a:lnTo>
                    <a:pt x="7371252" y="1692828"/>
                  </a:lnTo>
                  <a:lnTo>
                    <a:pt x="7371252" y="6326878"/>
                  </a:lnTo>
                  <a:lnTo>
                    <a:pt x="683876" y="6326878"/>
                  </a:lnTo>
                  <a:lnTo>
                    <a:pt x="589093" y="6179031"/>
                  </a:lnTo>
                  <a:cubicBezTo>
                    <a:pt x="215270" y="5563799"/>
                    <a:pt x="0" y="4841574"/>
                    <a:pt x="0" y="4069070"/>
                  </a:cubicBezTo>
                  <a:cubicBezTo>
                    <a:pt x="0" y="1821785"/>
                    <a:pt x="1821785" y="0"/>
                    <a:pt x="4069070" y="0"/>
                  </a:cubicBezTo>
                  <a:close/>
                </a:path>
              </a:pathLst>
            </a:custGeom>
            <a:solidFill>
              <a:srgbClr val="E0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cxnSp>
          <p:nvCxnSpPr>
            <p:cNvPr id="594" name="Google Shape;594;p30"/>
            <p:cNvCxnSpPr/>
            <p:nvPr/>
          </p:nvCxnSpPr>
          <p:spPr>
            <a:xfrm>
              <a:off x="11883463" y="4050043"/>
              <a:ext cx="0" cy="1986517"/>
            </a:xfrm>
            <a:prstGeom prst="straightConnector1">
              <a:avLst/>
            </a:prstGeom>
            <a:noFill/>
            <a:ln w="9525" cap="flat" cmpd="sng">
              <a:solidFill>
                <a:srgbClr val="7F7F7F"/>
              </a:solidFill>
              <a:prstDash val="solid"/>
              <a:miter lim="800000"/>
              <a:headEnd type="none" w="sm" len="sm"/>
              <a:tailEnd type="none" w="sm" len="sm"/>
            </a:ln>
          </p:spPr>
        </p:cxnSp>
      </p:grpSp>
      <p:grpSp>
        <p:nvGrpSpPr>
          <p:cNvPr id="595" name="Google Shape;595;p30"/>
          <p:cNvGrpSpPr/>
          <p:nvPr/>
        </p:nvGrpSpPr>
        <p:grpSpPr>
          <a:xfrm>
            <a:off x="0" y="0"/>
            <a:ext cx="3264675" cy="3483123"/>
            <a:chOff x="0" y="0"/>
            <a:chExt cx="3264675" cy="3483123"/>
          </a:xfrm>
        </p:grpSpPr>
        <p:sp>
          <p:nvSpPr>
            <p:cNvPr id="596" name="Google Shape;596;p30"/>
            <p:cNvSpPr/>
            <p:nvPr/>
          </p:nvSpPr>
          <p:spPr>
            <a:xfrm>
              <a:off x="0" y="0"/>
              <a:ext cx="3264675" cy="3483123"/>
            </a:xfrm>
            <a:custGeom>
              <a:avLst/>
              <a:gdLst/>
              <a:ahLst/>
              <a:cxnLst/>
              <a:rect l="l" t="t" r="r" b="b"/>
              <a:pathLst>
                <a:path w="3264675" h="3483123" extrusionOk="0">
                  <a:moveTo>
                    <a:pt x="0" y="0"/>
                  </a:moveTo>
                  <a:lnTo>
                    <a:pt x="2576937" y="0"/>
                  </a:lnTo>
                  <a:lnTo>
                    <a:pt x="2683716" y="97048"/>
                  </a:lnTo>
                  <a:cubicBezTo>
                    <a:pt x="3042662" y="455994"/>
                    <a:pt x="3264675" y="951873"/>
                    <a:pt x="3264675" y="1499606"/>
                  </a:cubicBezTo>
                  <a:cubicBezTo>
                    <a:pt x="3264675" y="2595072"/>
                    <a:pt x="2376624" y="3483123"/>
                    <a:pt x="1281158" y="3483123"/>
                  </a:cubicBezTo>
                  <a:cubicBezTo>
                    <a:pt x="801892" y="3483123"/>
                    <a:pt x="362326" y="3313145"/>
                    <a:pt x="19457" y="3030184"/>
                  </a:cubicBezTo>
                  <a:lnTo>
                    <a:pt x="0" y="3012501"/>
                  </a:lnTo>
                  <a:close/>
                </a:path>
              </a:pathLst>
            </a:custGeom>
            <a:blipFill rotWithShape="1">
              <a:blip r:embed="rId1"/>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597" name="Google Shape;597;p30"/>
            <p:cNvSpPr/>
            <p:nvPr/>
          </p:nvSpPr>
          <p:spPr>
            <a:xfrm>
              <a:off x="0" y="0"/>
              <a:ext cx="3264675" cy="3483123"/>
            </a:xfrm>
            <a:custGeom>
              <a:avLst/>
              <a:gdLst/>
              <a:ahLst/>
              <a:cxnLst/>
              <a:rect l="l" t="t" r="r" b="b"/>
              <a:pathLst>
                <a:path w="3264675" h="3483123" extrusionOk="0">
                  <a:moveTo>
                    <a:pt x="0" y="0"/>
                  </a:moveTo>
                  <a:lnTo>
                    <a:pt x="2576937" y="0"/>
                  </a:lnTo>
                  <a:lnTo>
                    <a:pt x="2683716" y="97048"/>
                  </a:lnTo>
                  <a:cubicBezTo>
                    <a:pt x="3042662" y="455994"/>
                    <a:pt x="3264675" y="951873"/>
                    <a:pt x="3264675" y="1499606"/>
                  </a:cubicBezTo>
                  <a:cubicBezTo>
                    <a:pt x="3264675" y="2595072"/>
                    <a:pt x="2376624" y="3483123"/>
                    <a:pt x="1281158" y="3483123"/>
                  </a:cubicBezTo>
                  <a:cubicBezTo>
                    <a:pt x="801892" y="3483123"/>
                    <a:pt x="362326" y="3313145"/>
                    <a:pt x="19457" y="3030184"/>
                  </a:cubicBezTo>
                  <a:lnTo>
                    <a:pt x="0" y="3012501"/>
                  </a:lnTo>
                  <a:close/>
                </a:path>
              </a:pathLst>
            </a:custGeom>
            <a:solidFill>
              <a:schemeClr val="accent4">
                <a:alpha val="8392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598" name="Google Shape;598;p30"/>
          <p:cNvSpPr/>
          <p:nvPr/>
        </p:nvSpPr>
        <p:spPr>
          <a:xfrm>
            <a:off x="745108" y="855691"/>
            <a:ext cx="5471182" cy="5471187"/>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599" name="Google Shape;599;p30" descr="A person in a suit shaking hands with another person&#10;&#10;Description automatically generated"/>
          <p:cNvPicPr preferRelativeResize="0"/>
          <p:nvPr/>
        </p:nvPicPr>
        <p:blipFill rotWithShape="1">
          <a:blip r:embed="rId2"/>
          <a:srcRect l="17301" t="951" r="17301" b="950"/>
          <a:stretch>
            <a:fillRect/>
          </a:stretch>
        </p:blipFill>
        <p:spPr>
          <a:xfrm>
            <a:off x="665986" y="855691"/>
            <a:ext cx="5471182" cy="5471187"/>
          </a:xfrm>
          <a:custGeom>
            <a:avLst/>
            <a:gdLst/>
            <a:ahLst/>
            <a:cxnLst/>
            <a:rect l="l" t="t" r="r" b="b"/>
            <a:pathLst>
              <a:path w="5471182" h="5471188" extrusionOk="0">
                <a:moveTo>
                  <a:pt x="2735591" y="0"/>
                </a:moveTo>
                <a:cubicBezTo>
                  <a:pt x="4246416" y="0"/>
                  <a:pt x="5471182" y="1224767"/>
                  <a:pt x="5471182" y="2735594"/>
                </a:cubicBezTo>
                <a:cubicBezTo>
                  <a:pt x="5471182" y="4246421"/>
                  <a:pt x="4246416" y="5471188"/>
                  <a:pt x="2735591" y="5471188"/>
                </a:cubicBezTo>
                <a:cubicBezTo>
                  <a:pt x="1224766" y="5471188"/>
                  <a:pt x="0" y="4246421"/>
                  <a:pt x="0" y="2735594"/>
                </a:cubicBezTo>
                <a:cubicBezTo>
                  <a:pt x="0" y="1224767"/>
                  <a:pt x="1224766" y="0"/>
                  <a:pt x="2735591" y="0"/>
                </a:cubicBezTo>
                <a:close/>
              </a:path>
            </a:pathLst>
          </a:custGeom>
          <a:noFill/>
          <a:ln>
            <a:noFill/>
          </a:ln>
        </p:spPr>
      </p:pic>
      <p:sp>
        <p:nvSpPr>
          <p:cNvPr id="600" name="Google Shape;600;p30"/>
          <p:cNvSpPr/>
          <p:nvPr/>
        </p:nvSpPr>
        <p:spPr>
          <a:xfrm>
            <a:off x="853414" y="855691"/>
            <a:ext cx="5471183" cy="5471187"/>
          </a:xfrm>
          <a:prstGeom prst="ellipse">
            <a:avLst/>
          </a:prstGeom>
          <a:noFill/>
          <a:ln w="127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601" name="Google Shape;601;p30"/>
          <p:cNvSpPr txBox="1"/>
          <p:nvPr/>
        </p:nvSpPr>
        <p:spPr>
          <a:xfrm>
            <a:off x="6803154" y="3472867"/>
            <a:ext cx="4885246" cy="83099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2AC6D1"/>
              </a:buClr>
              <a:buSzPts val="4800"/>
              <a:buFont typeface="Arial" panose="020B0604020202020204"/>
              <a:buNone/>
            </a:pPr>
            <a:r>
              <a:rPr lang="en-US" sz="4800" b="1" i="0" u="none" strike="noStrike" cap="none">
                <a:solidFill>
                  <a:srgbClr val="2AC6D1"/>
                </a:solidFill>
                <a:latin typeface="Arial" panose="020B0604020202020204"/>
                <a:ea typeface="Arial" panose="020B0604020202020204"/>
                <a:cs typeface="Arial" panose="020B0604020202020204"/>
                <a:sym typeface="Arial" panose="020B0604020202020204"/>
              </a:rPr>
              <a:t>THANK YOU !!!</a:t>
            </a:r>
            <a:endParaRPr sz="20600" b="1" i="0" u="none" strike="noStrike" cap="none">
              <a:solidFill>
                <a:srgbClr val="2AC6D1"/>
              </a:solidFill>
              <a:latin typeface="Arial" panose="020B0604020202020204"/>
              <a:ea typeface="Arial" panose="020B0604020202020204"/>
              <a:cs typeface="Arial" panose="020B0604020202020204"/>
              <a:sym typeface="Arial" panose="020B0604020202020204"/>
            </a:endParaRPr>
          </a:p>
        </p:txBody>
      </p:sp>
      <p:pic>
        <p:nvPicPr>
          <p:cNvPr id="602" name="Google Shape;602;p30" descr="Text&#10;&#10;Description automatically generated"/>
          <p:cNvPicPr preferRelativeResize="0"/>
          <p:nvPr/>
        </p:nvPicPr>
        <p:blipFill rotWithShape="1">
          <a:blip r:embed="rId3"/>
          <a:srcRect l="6879" t="8371" r="6879" b="8371"/>
          <a:stretch>
            <a:fillRect/>
          </a:stretch>
        </p:blipFill>
        <p:spPr>
          <a:xfrm>
            <a:off x="7828034" y="2437493"/>
            <a:ext cx="2835486" cy="830997"/>
          </a:xfrm>
          <a:prstGeom prst="rect">
            <a:avLst/>
          </a:prstGeom>
          <a:noFill/>
          <a:ln>
            <a:noFill/>
          </a:ln>
        </p:spPr>
      </p:pic>
      <p:sp>
        <p:nvSpPr>
          <p:cNvPr id="603" name="Google Shape;603;p30"/>
          <p:cNvSpPr txBox="1"/>
          <p:nvPr/>
        </p:nvSpPr>
        <p:spPr>
          <a:xfrm>
            <a:off x="8138739" y="5268642"/>
            <a:ext cx="2524781" cy="62457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a:solidFill>
                  <a:schemeClr val="dk2"/>
                </a:solidFill>
                <a:latin typeface="Arial" panose="020B0604020202020204"/>
                <a:ea typeface="Arial" panose="020B0604020202020204"/>
                <a:cs typeface="Arial" panose="020B0604020202020204"/>
                <a:sym typeface="Arial" panose="020B0604020202020204"/>
              </a:rPr>
              <a:t>Contact us today!</a:t>
            </a:r>
            <a:br>
              <a:rPr lang="en-US" sz="1800" b="1">
                <a:solidFill>
                  <a:schemeClr val="dk2"/>
                </a:solidFill>
                <a:latin typeface="Arial" panose="020B0604020202020204"/>
                <a:ea typeface="Arial" panose="020B0604020202020204"/>
                <a:cs typeface="Arial" panose="020B0604020202020204"/>
                <a:sym typeface="Arial" panose="020B0604020202020204"/>
              </a:rPr>
            </a:br>
            <a:r>
              <a:rPr lang="en-US" sz="1800" u="sng">
                <a:solidFill>
                  <a:schemeClr val="dk2"/>
                </a:solidFill>
                <a:latin typeface="Arial" panose="020B0604020202020204"/>
                <a:ea typeface="Arial" panose="020B0604020202020204"/>
                <a:cs typeface="Arial" panose="020B0604020202020204"/>
                <a:sym typeface="Arial" panose="020B0604020202020204"/>
                <a:hlinkClick r:id="rId4"/>
              </a:rPr>
              <a:t>https://imarticus.org/</a:t>
            </a:r>
            <a:r>
              <a:rPr lang="en-US" sz="1800">
                <a:solidFill>
                  <a:schemeClr val="dk2"/>
                </a:solidFill>
                <a:latin typeface="Arial" panose="020B0604020202020204"/>
                <a:ea typeface="Arial" panose="020B0604020202020204"/>
                <a:cs typeface="Arial" panose="020B0604020202020204"/>
                <a:sym typeface="Arial" panose="020B0604020202020204"/>
              </a:rPr>
              <a:t> </a:t>
            </a:r>
            <a:br>
              <a:rPr lang="en-US" sz="1800">
                <a:solidFill>
                  <a:schemeClr val="dk2"/>
                </a:solidFill>
                <a:latin typeface="Arial" panose="020B0604020202020204"/>
                <a:ea typeface="Arial" panose="020B0604020202020204"/>
                <a:cs typeface="Arial" panose="020B0604020202020204"/>
                <a:sym typeface="Arial" panose="020B0604020202020204"/>
              </a:rPr>
            </a:br>
            <a:endParaRPr sz="1800">
              <a:solidFill>
                <a:schemeClr val="dk2"/>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ags/tag1.xml><?xml version="1.0" encoding="utf-8"?>
<p:tagLst xmlns:p="http://schemas.openxmlformats.org/presentationml/2006/main">
  <p:tag name="ARTICULATE_SLIDE_PAUSE" val="1"/>
  <p:tag name="ARTICULATE_NAV_LEVEL" val="1"/>
  <p:tag name="ARTICULATE_PLAYLIST_ID" val="-1"/>
  <p:tag name="ARTICULATE_LOCK_SLIDE" val="0"/>
  <p:tag name="ARTICULATE_SLIDE_NAV" val="3"/>
  <p:tag name="ARTICULATE_SLIDE_GUID" val="b4b77741-9a96-4bc0-ae98-e0cde95aa044"/>
</p:tagLst>
</file>

<file path=ppt/tags/tag2.xml><?xml version="1.0" encoding="utf-8"?>
<p:tagLst xmlns:p="http://schemas.openxmlformats.org/presentationml/2006/main">
  <p:tag name="ARTICULATE_SLIDE_PAUSE" val="1"/>
  <p:tag name="ARTICULATE_NAV_LEVEL" val="1"/>
  <p:tag name="ARTICULATE_PLAYLIST_ID" val="-1"/>
  <p:tag name="ARTICULATE_LOCK_SLIDE" val="0"/>
  <p:tag name="ARTICULATE_SLIDE_NAV" val="3"/>
  <p:tag name="ARTICULATE_SLIDE_GUID" val="b4b77741-9a96-4bc0-ae98-e0cde95aa044"/>
</p:tagLst>
</file>

<file path=ppt/tags/tag3.xml><?xml version="1.0" encoding="utf-8"?>
<p:tagLst xmlns:p="http://schemas.openxmlformats.org/presentationml/2006/main">
  <p:tag name="ARTICULATE_SLIDE_PAUSE" val="1"/>
  <p:tag name="ARTICULATE_NAV_LEVEL" val="1"/>
  <p:tag name="ARTICULATE_PLAYLIST_ID" val="-1"/>
  <p:tag name="ARTICULATE_LOCK_SLIDE" val="0"/>
  <p:tag name="ARTICULATE_SLIDE_NAV" val="3"/>
  <p:tag name="ARTICULATE_SLIDE_GUID" val="b4b77741-9a96-4bc0-ae98-e0cde95aa044"/>
</p:tagLst>
</file>

<file path=ppt/tags/tag4.xml><?xml version="1.0" encoding="utf-8"?>
<p:tagLst xmlns:p="http://schemas.openxmlformats.org/presentationml/2006/main">
  <p:tag name="ARTICULATE_SLIDE_PAUSE" val="1"/>
  <p:tag name="ARTICULATE_NAV_LEVEL" val="1"/>
  <p:tag name="ARTICULATE_PLAYLIST_ID" val="-1"/>
  <p:tag name="ARTICULATE_LOCK_SLIDE" val="0"/>
  <p:tag name="ARTICULATE_SLIDE_NAV" val="3"/>
  <p:tag name="ARTICULATE_SLIDE_GUID" val="b4b77741-9a96-4bc0-ae98-e0cde95aa044"/>
</p:tagLst>
</file>

<file path=ppt/theme/theme1.xml><?xml version="1.0" encoding="utf-8"?>
<a:theme xmlns:a="http://schemas.openxmlformats.org/drawingml/2006/main" name="1_Office Theme">
  <a:themeElements>
    <a:clrScheme name="Imarticus_Elearning">
      <a:dk1>
        <a:srgbClr val="000000"/>
      </a:dk1>
      <a:lt1>
        <a:srgbClr val="FFFFFF"/>
      </a:lt1>
      <a:dk2>
        <a:srgbClr val="44546A"/>
      </a:dk2>
      <a:lt2>
        <a:srgbClr val="E7E6E6"/>
      </a:lt2>
      <a:accent1>
        <a:srgbClr val="E34855"/>
      </a:accent1>
      <a:accent2>
        <a:srgbClr val="F97700"/>
      </a:accent2>
      <a:accent3>
        <a:srgbClr val="4BC7A0"/>
      </a:accent3>
      <a:accent4>
        <a:srgbClr val="2AC6D1"/>
      </a:accent4>
      <a:accent5>
        <a:srgbClr val="5B9BD5"/>
      </a:accent5>
      <a:accent6>
        <a:srgbClr val="DD5148"/>
      </a:accent6>
      <a:hlink>
        <a:srgbClr val="333A45"/>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Imarticus_Elearning">
      <a:dk1>
        <a:srgbClr val="000000"/>
      </a:dk1>
      <a:lt1>
        <a:srgbClr val="FFFFFF"/>
      </a:lt1>
      <a:dk2>
        <a:srgbClr val="44546A"/>
      </a:dk2>
      <a:lt2>
        <a:srgbClr val="E7E6E6"/>
      </a:lt2>
      <a:accent1>
        <a:srgbClr val="E34855"/>
      </a:accent1>
      <a:accent2>
        <a:srgbClr val="F97700"/>
      </a:accent2>
      <a:accent3>
        <a:srgbClr val="4BC7A0"/>
      </a:accent3>
      <a:accent4>
        <a:srgbClr val="2AC6D1"/>
      </a:accent4>
      <a:accent5>
        <a:srgbClr val="5B9BD5"/>
      </a:accent5>
      <a:accent6>
        <a:srgbClr val="DD5148"/>
      </a:accent6>
      <a:hlink>
        <a:srgbClr val="333A45"/>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20379</Words>
  <Application>WPS Presentation</Application>
  <PresentationFormat>Widescreen</PresentationFormat>
  <Paragraphs>465</Paragraphs>
  <Slides>35</Slides>
  <Notes>30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35</vt:i4>
      </vt:variant>
    </vt:vector>
  </HeadingPairs>
  <TitlesOfParts>
    <vt:vector size="50" baseType="lpstr">
      <vt:lpstr>Arial</vt:lpstr>
      <vt:lpstr>SimSun</vt:lpstr>
      <vt:lpstr>Wingdings</vt:lpstr>
      <vt:lpstr>Arial</vt:lpstr>
      <vt:lpstr>Roboto</vt:lpstr>
      <vt:lpstr>Montserrat</vt:lpstr>
      <vt:lpstr>Calibri</vt:lpstr>
      <vt:lpstr>Arial Black</vt:lpstr>
      <vt:lpstr>Microsoft YaHei</vt:lpstr>
      <vt:lpstr>Arial Unicode MS</vt:lpstr>
      <vt:lpstr>Gill Sans MT</vt:lpstr>
      <vt:lpstr>MS PGothic</vt:lpstr>
      <vt:lpstr>Cambria</vt:lpstr>
      <vt:lpstr>1_Office Theme</vt:lpstr>
      <vt:lpstr>2_Office Theme</vt:lpstr>
      <vt:lpstr>PowerPoint 演示文稿</vt:lpstr>
      <vt:lpstr>PowerPoint 演示文稿</vt:lpstr>
      <vt:lpstr>YOU ARE GOING TO LEARN…</vt:lpstr>
      <vt:lpstr>CUSTODIAN</vt:lpstr>
      <vt:lpstr>SERVICES PROVIDED BY A CUSTODIAN</vt:lpstr>
      <vt:lpstr>REPORTING AND RECORDKEEPING</vt:lpstr>
      <vt:lpstr>TYPES OF CUSTODIANS</vt:lpstr>
      <vt:lpstr>GLOBAL CUSTODIAN</vt:lpstr>
      <vt:lpstr>SUB/LOCAL CUSTODIAN</vt:lpstr>
      <vt:lpstr>WHAT IS RECON?</vt:lpstr>
      <vt:lpstr>WHY RECON?</vt:lpstr>
      <vt:lpstr>PURPOSE OF RECONCILIATION</vt:lpstr>
      <vt:lpstr>PURPOSE OF RECONCILIATION</vt:lpstr>
      <vt:lpstr>EXAMPLE OF WHY RECON?</vt:lpstr>
      <vt:lpstr>IMPORTANCE OF RECON </vt:lpstr>
      <vt:lpstr>IMPORTANCE OF RECON </vt:lpstr>
      <vt:lpstr>IMPORTANCE OF RECON </vt:lpstr>
      <vt:lpstr>TYPES OF RECON</vt:lpstr>
      <vt:lpstr>RECON PROCESS</vt:lpstr>
      <vt:lpstr>TYPES OF RECON</vt:lpstr>
      <vt:lpstr>TYPES OF RECONCILIATION</vt:lpstr>
      <vt:lpstr>TYPES OF RECONCILIATION</vt:lpstr>
      <vt:lpstr>TYPES OF RECONCILIATION</vt:lpstr>
      <vt:lpstr>INTERNAL RECONCILIATION - INTRA</vt:lpstr>
      <vt:lpstr>INTERNAL RECONCILIATION - INTRA</vt:lpstr>
      <vt:lpstr>INTERNAL RECONCILIATION - INTER</vt:lpstr>
      <vt:lpstr>EXTERNAL RECONCILIATION WITH CUSTODIAN</vt:lpstr>
      <vt:lpstr>EXTERNAL RECONCILIATION WITH CUSTODIAN – NOSTRO ACCOUNT</vt:lpstr>
      <vt:lpstr>EXTERNAL RECONCILIATION WITH CUSTODIAN – NOSTRO ACCOUNT</vt:lpstr>
      <vt:lpstr>EXTERNAL RECONCILIATION WITH CUSTODIAN – NOSTRO ACCOUNT</vt:lpstr>
      <vt:lpstr>EXTERNAL RECONCILIATION WITH CUSTODIAN – DEPOT ACCOUNT</vt:lpstr>
      <vt:lpstr>EXTERNAL RECONCILIATION WITH CUSTODIAN – DEPOT ACCOUNT</vt:lpstr>
      <vt:lpstr>EXCHANGE AND OTC RECONCILIATION</vt:lpstr>
      <vt:lpstr>WHY RECONCILIATION?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Ravi Kumar</cp:lastModifiedBy>
  <cp:revision>4</cp:revision>
  <dcterms:created xsi:type="dcterms:W3CDTF">2020-10-05T04:35:00Z</dcterms:created>
  <dcterms:modified xsi:type="dcterms:W3CDTF">2026-04-28T19:33:57Z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2658D4B8A9EE42CA8115C3397338FE47_13</vt:lpwstr>
  </property>
  <property fmtid="{D5CDD505-2E9C-101B-9397-08002B2CF9AE}" pid="3" name="KSOProductBuildVer">
    <vt:lpwstr>1033-12.2.0.23196</vt:lpwstr>
  </property>
</Properties>
</file>